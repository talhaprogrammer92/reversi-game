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57" r:id="rId6"/>
    <p:sldId id="286" r:id="rId7"/>
    <p:sldId id="288" r:id="rId8"/>
    <p:sldId id="289" r:id="rId9"/>
    <p:sldId id="297" r:id="rId10"/>
    <p:sldId id="290" r:id="rId11"/>
    <p:sldId id="291" r:id="rId12"/>
    <p:sldId id="292" r:id="rId13"/>
    <p:sldId id="295" r:id="rId14"/>
    <p:sldId id="294" r:id="rId15"/>
    <p:sldId id="298" r:id="rId16"/>
    <p:sldId id="29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5646" autoAdjust="0"/>
  </p:normalViewPr>
  <p:slideViewPr>
    <p:cSldViewPr snapToGrid="0">
      <p:cViewPr varScale="1">
        <p:scale>
          <a:sx n="67" d="100"/>
          <a:sy n="67" d="100"/>
        </p:scale>
        <p:origin x="858" y="66"/>
      </p:cViewPr>
      <p:guideLst/>
    </p:cSldViewPr>
  </p:slideViewPr>
  <p:outlineViewPr>
    <p:cViewPr>
      <p:scale>
        <a:sx n="33" d="100"/>
        <a:sy n="33" d="100"/>
      </p:scale>
      <p:origin x="0" y="-576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58" d="100"/>
          <a:sy n="58" d="100"/>
        </p:scale>
        <p:origin x="237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8190EA-5EEC-4300-B6AE-D9734C6C648E}" type="datetimeFigureOut">
              <a:rPr lang="en-US" smtClean="0"/>
              <a:t>05-Dec-25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F3A6F-DEFA-45E0-9496-BEE7C2C6F3D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7ADD9-2083-264C-A652-8D52D02F7E72}" type="datetimeFigureOut">
              <a:rPr lang="en-US" smtClean="0"/>
              <a:t>05-Dec-25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7DC217-DF71-1A49-B3EA-559F1F43B0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524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89489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7438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7933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1592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90868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48444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8571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7787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0867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8453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008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58864" y="102021"/>
            <a:ext cx="9779183" cy="174441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58865" y="2017467"/>
            <a:ext cx="9779182" cy="3366815"/>
          </a:xfrm>
        </p:spPr>
        <p:txBody>
          <a:bodyPr>
            <a:norm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R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71600"/>
            <a:ext cx="5486400" cy="4114800"/>
          </a:xfrm>
        </p:spPr>
        <p:txBody>
          <a:bodyPr anchor="ctr" anchorCtr="0">
            <a:noAutofit/>
          </a:bodyPr>
          <a:lstStyle>
            <a:lvl1pPr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124234B-E1C4-2616-9993-A23142AA69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83438" y="1168400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266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Lef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0" y="457200"/>
            <a:ext cx="5120640" cy="3200400"/>
          </a:xfrm>
        </p:spPr>
        <p:txBody>
          <a:bodyPr anchor="b" anchorCtr="0">
            <a:noAutofit/>
          </a:bodyPr>
          <a:lstStyle>
            <a:lvl1pPr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63DBBF-E63D-81E5-E7CE-32F6F2C2F9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3598" y="3657600"/>
            <a:ext cx="5120640" cy="1828800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32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64033732-ADA1-C540-7276-3FF5CDEF2C5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4238" y="1157224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856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176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5FBCE6F-2AA9-31FE-8148-33B480735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67EACEC-C2DD-EA42-8504-176673AD1F20}"/>
                </a:ext>
              </a:extLst>
            </p:cNvPr>
            <p:cNvSpPr/>
            <p:nvPr userDrawn="1"/>
          </p:nvSpPr>
          <p:spPr>
            <a:xfrm>
              <a:off x="0" y="0"/>
              <a:ext cx="8025490" cy="6858000"/>
            </a:xfrm>
            <a:custGeom>
              <a:avLst/>
              <a:gdLst>
                <a:gd name="connsiteX0" fmla="*/ 0 w 8025490"/>
                <a:gd name="connsiteY0" fmla="*/ 0 h 6858000"/>
                <a:gd name="connsiteX1" fmla="*/ 4596490 w 8025490"/>
                <a:gd name="connsiteY1" fmla="*/ 0 h 6858000"/>
                <a:gd name="connsiteX2" fmla="*/ 8025490 w 8025490"/>
                <a:gd name="connsiteY2" fmla="*/ 3429000 h 6858000"/>
                <a:gd name="connsiteX3" fmla="*/ 4596490 w 8025490"/>
                <a:gd name="connsiteY3" fmla="*/ 6858000 h 6858000"/>
                <a:gd name="connsiteX4" fmla="*/ 0 w 8025490"/>
                <a:gd name="connsiteY4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25490" h="6858000">
                  <a:moveTo>
                    <a:pt x="0" y="0"/>
                  </a:moveTo>
                  <a:lnTo>
                    <a:pt x="4596490" y="0"/>
                  </a:lnTo>
                  <a:cubicBezTo>
                    <a:pt x="6490274" y="0"/>
                    <a:pt x="8025490" y="1535216"/>
                    <a:pt x="8025490" y="3429000"/>
                  </a:cubicBezTo>
                  <a:cubicBezTo>
                    <a:pt x="8025490" y="5322784"/>
                    <a:pt x="6490274" y="6858000"/>
                    <a:pt x="4596490" y="6858000"/>
                  </a:cubicBezTo>
                  <a:lnTo>
                    <a:pt x="0" y="685800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9843C7E-5704-7A46-8974-F3BFA42E7310}"/>
                </a:ext>
              </a:extLst>
            </p:cNvPr>
            <p:cNvGrpSpPr/>
            <p:nvPr userDrawn="1"/>
          </p:nvGrpSpPr>
          <p:grpSpPr>
            <a:xfrm rot="16200000">
              <a:off x="8286528" y="2207195"/>
              <a:ext cx="3032351" cy="2443610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B179973-08D2-EF40-B516-35E75E906394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6C811FF3-E48A-194D-8022-65F8C3A17449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177553"/>
            <a:ext cx="6245912" cy="3269447"/>
          </a:xfrm>
        </p:spPr>
        <p:txBody>
          <a:bodyPr bIns="0" anchor="b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4" y="3492896"/>
            <a:ext cx="6245912" cy="912850"/>
          </a:xfrm>
        </p:spPr>
        <p:txBody>
          <a:bodyPr anchor="ctr" anchorCtr="0">
            <a:no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986529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anchor="b">
            <a:noAutofit/>
          </a:bodyPr>
          <a:lstStyle>
            <a:lvl1pPr>
              <a:defRPr sz="4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sz="2000">
                <a:solidFill>
                  <a:schemeClr val="bg1"/>
                </a:solidFill>
                <a:latin typeface="+mn-lt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sz="2000">
                <a:solidFill>
                  <a:schemeClr val="bg1"/>
                </a:solidFill>
                <a:latin typeface="+mn-lt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sz="2000">
                <a:solidFill>
                  <a:schemeClr val="bg1"/>
                </a:solidFill>
                <a:latin typeface="+mn-lt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sz="2000">
                <a:solidFill>
                  <a:schemeClr val="bg1"/>
                </a:solidFill>
                <a:latin typeface="+mn-lt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and Image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208822" cy="6858002"/>
            <a:chOff x="0" y="0"/>
            <a:chExt cx="12208822" cy="685800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7200"/>
            <a:ext cx="10643508" cy="1371600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07A1CF7-9B3B-E43E-830E-DAB65B60824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166088" y="2652713"/>
            <a:ext cx="5394959" cy="3436936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D976D8D6-3BDC-1908-3425-FEE3EEF51A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317920" y="1447800"/>
            <a:ext cx="4214010" cy="421401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3030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martAr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7200"/>
            <a:ext cx="9692640" cy="1371600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5E425B-455F-127B-1647-045FD094F15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1167493" y="2087561"/>
            <a:ext cx="2693306" cy="3890543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+mn-lt"/>
              </a:defRPr>
            </a:lvl1pPr>
            <a:lvl2pPr marL="457200" indent="0">
              <a:buNone/>
              <a:defRPr sz="2000">
                <a:latin typeface="+mn-lt"/>
              </a:defRPr>
            </a:lvl2pPr>
            <a:lvl3pPr marL="914400" indent="0">
              <a:buNone/>
              <a:defRPr sz="2000">
                <a:latin typeface="+mn-lt"/>
              </a:defRPr>
            </a:lvl3pPr>
            <a:lvl4pPr marL="1371600" indent="0">
              <a:buNone/>
              <a:defRPr sz="2000">
                <a:latin typeface="+mn-lt"/>
              </a:defRPr>
            </a:lvl4pPr>
            <a:lvl5pPr marL="1828800" indent="0">
              <a:buNone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16400" y="2087563"/>
            <a:ext cx="6730274" cy="3890543"/>
          </a:xfrm>
        </p:spPr>
        <p:txBody>
          <a:bodyPr>
            <a:no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7098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79F46B00-4AE8-52A2-6926-FC2F5DD1F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2364" y="0"/>
            <a:ext cx="12194364" cy="6858000"/>
            <a:chOff x="-2364" y="0"/>
            <a:chExt cx="12194364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rot="5400000">
              <a:off x="8580896" y="0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>
              <a:off x="-2364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2587417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9489" y="457199"/>
            <a:ext cx="5943599" cy="1920240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BBDFA0C-B372-969D-6C8A-F664A4BF8D41}"/>
              </a:ext>
            </a:extLst>
          </p:cNvPr>
          <p:cNvSpPr>
            <a:spLocks noGrp="1" noChangeAspect="1"/>
          </p:cNvSpPr>
          <p:nvPr>
            <p:ph idx="17" hasCustomPrompt="1"/>
          </p:nvPr>
        </p:nvSpPr>
        <p:spPr>
          <a:xfrm>
            <a:off x="823108" y="640080"/>
            <a:ext cx="4297680" cy="4297680"/>
          </a:xfrm>
          <a:prstGeom prst="ellipse">
            <a:avLst/>
          </a:prstGeom>
          <a:solidFill>
            <a:schemeClr val="accent2"/>
          </a:solidFill>
        </p:spPr>
        <p:txBody>
          <a:bodyPr anchor="ctr" anchorCtr="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347663" indent="0" algn="ctr">
              <a:buFont typeface="Arial" panose="020B0604020202020204" pitchFamily="34" charset="0"/>
              <a:buNone/>
              <a:defRPr sz="2000">
                <a:latin typeface="+mn-lt"/>
              </a:defRPr>
            </a:lvl2pPr>
            <a:lvl3pPr marL="685800" indent="0" algn="ctr">
              <a:buFont typeface="Arial" panose="020B0604020202020204" pitchFamily="34" charset="0"/>
              <a:buNone/>
              <a:defRPr sz="2000">
                <a:latin typeface="+mn-lt"/>
              </a:defRPr>
            </a:lvl3pPr>
            <a:lvl4pPr marL="914400" indent="0" algn="ctr">
              <a:buFont typeface="Arial" panose="020B0604020202020204" pitchFamily="34" charset="0"/>
              <a:buNone/>
              <a:defRPr sz="2000">
                <a:latin typeface="+mn-lt"/>
              </a:defRPr>
            </a:lvl4pPr>
            <a:lvl5pPr marL="1143000" indent="0" algn="ctr">
              <a:buFont typeface="Arial" panose="020B0604020202020204" pitchFamily="34" charset="0"/>
              <a:buNone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6711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8D2CC-EE75-85FA-1577-88C0BEC7B10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5549490" y="2706369"/>
            <a:ext cx="5943600" cy="3383279"/>
          </a:xfrm>
        </p:spPr>
        <p:txBody>
          <a:bodyPr>
            <a:normAutofit/>
          </a:bodyPr>
          <a:lstStyle>
            <a:lvl1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46304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5656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hart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779183" cy="1570038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84832"/>
            <a:ext cx="9779182" cy="3366813"/>
          </a:xfrm>
        </p:spPr>
        <p:txBody>
          <a:bodyPr>
            <a:no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9451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78AD52EA-B01E-8D38-D87A-BF7EB5B58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192001" cy="6864796"/>
            <a:chOff x="0" y="-1"/>
            <a:chExt cx="12192001" cy="686479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AC79249-FDC0-364D-A734-AE1DE1605D28}"/>
                </a:ext>
              </a:extLst>
            </p:cNvPr>
            <p:cNvSpPr/>
            <p:nvPr userDrawn="1"/>
          </p:nvSpPr>
          <p:spPr>
            <a:xfrm>
              <a:off x="8264426" y="0"/>
              <a:ext cx="3927574" cy="685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3685939"/>
              <a:ext cx="3927573" cy="3178856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9563C76-BC00-DE47-88F5-C24D3CE3325A}"/>
                </a:ext>
              </a:extLst>
            </p:cNvPr>
            <p:cNvSpPr/>
            <p:nvPr userDrawn="1"/>
          </p:nvSpPr>
          <p:spPr>
            <a:xfrm>
              <a:off x="10228214" y="-1"/>
              <a:ext cx="1963787" cy="3178856"/>
            </a:xfrm>
            <a:custGeom>
              <a:avLst/>
              <a:gdLst>
                <a:gd name="connsiteX0" fmla="*/ 0 w 1963787"/>
                <a:gd name="connsiteY0" fmla="*/ 0 h 3178856"/>
                <a:gd name="connsiteX1" fmla="*/ 1963787 w 1963787"/>
                <a:gd name="connsiteY1" fmla="*/ 0 h 3178856"/>
                <a:gd name="connsiteX2" fmla="*/ 1963787 w 1963787"/>
                <a:gd name="connsiteY2" fmla="*/ 1967129 h 3178856"/>
                <a:gd name="connsiteX3" fmla="*/ 1963787 w 1963787"/>
                <a:gd name="connsiteY3" fmla="*/ 2349671 h 3178856"/>
                <a:gd name="connsiteX4" fmla="*/ 1963787 w 1963787"/>
                <a:gd name="connsiteY4" fmla="*/ 3178856 h 3178856"/>
                <a:gd name="connsiteX5" fmla="*/ 1963753 w 1963787"/>
                <a:gd name="connsiteY5" fmla="*/ 3178856 h 3178856"/>
                <a:gd name="connsiteX6" fmla="*/ 1763002 w 1963787"/>
                <a:gd name="connsiteY6" fmla="*/ 3168629 h 3178856"/>
                <a:gd name="connsiteX7" fmla="*/ 0 w 1963787"/>
                <a:gd name="connsiteY7" fmla="*/ 1197921 h 3178856"/>
                <a:gd name="connsiteX8" fmla="*/ 0 w 1963787"/>
                <a:gd name="connsiteY8" fmla="*/ 1039961 h 3178856"/>
                <a:gd name="connsiteX9" fmla="*/ 0 w 1963787"/>
                <a:gd name="connsiteY9" fmla="*/ 0 h 3178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3787" h="3178856">
                  <a:moveTo>
                    <a:pt x="0" y="0"/>
                  </a:moveTo>
                  <a:lnTo>
                    <a:pt x="1963787" y="0"/>
                  </a:lnTo>
                  <a:lnTo>
                    <a:pt x="1963787" y="1967129"/>
                  </a:lnTo>
                  <a:lnTo>
                    <a:pt x="1963787" y="2349671"/>
                  </a:lnTo>
                  <a:lnTo>
                    <a:pt x="1963787" y="3178856"/>
                  </a:lnTo>
                  <a:lnTo>
                    <a:pt x="1963753" y="3178856"/>
                  </a:lnTo>
                  <a:lnTo>
                    <a:pt x="1763002" y="3168629"/>
                  </a:lnTo>
                  <a:cubicBezTo>
                    <a:pt x="772749" y="3067186"/>
                    <a:pt x="0" y="2223585"/>
                    <a:pt x="0" y="1197921"/>
                  </a:cubicBezTo>
                  <a:lnTo>
                    <a:pt x="0" y="1039961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252549"/>
            <a:ext cx="6220278" cy="3262811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85939"/>
            <a:ext cx="6220277" cy="2919512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28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544706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74" r:id="rId4"/>
    <p:sldLayoutId id="2147483671" r:id="rId5"/>
    <p:sldLayoutId id="2147483659" r:id="rId6"/>
    <p:sldLayoutId id="2147483668" r:id="rId7"/>
    <p:sldLayoutId id="2147483669" r:id="rId8"/>
    <p:sldLayoutId id="2147483675" r:id="rId9"/>
    <p:sldLayoutId id="2147483677" r:id="rId10"/>
    <p:sldLayoutId id="2147483676" r:id="rId11"/>
    <p:sldLayoutId id="2147483661" r:id="rId12"/>
    <p:sldLayoutId id="2147483666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3" y="232913"/>
            <a:ext cx="7096933" cy="3830130"/>
          </a:xfrm>
        </p:spPr>
        <p:txBody>
          <a:bodyPr/>
          <a:lstStyle/>
          <a:p>
            <a:r>
              <a:rPr lang="en-US" dirty="0" err="1"/>
              <a:t>Reversi</a:t>
            </a:r>
            <a:r>
              <a:rPr lang="en-US" dirty="0"/>
              <a:t> (Othello)</a:t>
            </a:r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DF434-28DB-4621-A497-D62C41CE0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864" y="102021"/>
            <a:ext cx="9779183" cy="1744415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8"/>
            <a:ext cx="9779182" cy="259739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Introduction &amp; Origin</a:t>
            </a:r>
          </a:p>
          <a:p>
            <a:r>
              <a:rPr lang="en-US" dirty="0"/>
              <a:t>Game Rules</a:t>
            </a:r>
          </a:p>
          <a:p>
            <a:r>
              <a:rPr lang="en-US" dirty="0"/>
              <a:t>Project Architecture</a:t>
            </a:r>
          </a:p>
          <a:p>
            <a:r>
              <a:rPr lang="en-US" dirty="0"/>
              <a:t>Software Development Life Cycle</a:t>
            </a:r>
          </a:p>
          <a:p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48DD4-4828-CE87-0C5C-42BE175E8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71600"/>
            <a:ext cx="5486400" cy="4114800"/>
          </a:xfrm>
        </p:spPr>
        <p:txBody>
          <a:bodyPr/>
          <a:lstStyle/>
          <a:p>
            <a:r>
              <a:rPr lang="en-US" dirty="0"/>
              <a:t>The power of communication</a:t>
            </a:r>
          </a:p>
        </p:txBody>
      </p:sp>
      <p:pic>
        <p:nvPicPr>
          <p:cNvPr id="10" name="Picture Placeholder 9" descr="A person holding books in a classroom">
            <a:extLst>
              <a:ext uri="{FF2B5EF4-FFF2-40B4-BE49-F238E27FC236}">
                <a16:creationId xmlns:a16="http://schemas.microsoft.com/office/drawing/2014/main" id="{FCA2FB5B-570E-D181-A4B1-1DCB61C0894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l="16819" r="16819"/>
          <a:stretch/>
        </p:blipFill>
        <p:spPr>
          <a:xfrm>
            <a:off x="7183438" y="1168400"/>
            <a:ext cx="4500562" cy="4521200"/>
          </a:xfrm>
        </p:spPr>
      </p:pic>
    </p:spTree>
    <p:extLst>
      <p:ext uri="{BB962C8B-B14F-4D97-AF65-F5344CB8AC3E}">
        <p14:creationId xmlns:p14="http://schemas.microsoft.com/office/powerpoint/2010/main" val="3662677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EE190-899A-46D2-989D-C4BC6A46F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0" y="457200"/>
            <a:ext cx="5120640" cy="3200400"/>
          </a:xfrm>
        </p:spPr>
        <p:txBody>
          <a:bodyPr/>
          <a:lstStyle/>
          <a:p>
            <a:r>
              <a:rPr lang="en-US" dirty="0"/>
              <a:t>Overcoming nervousness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BC9DE8-A5CC-4BE1-0DE5-CB15D01A79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43598" y="3657600"/>
            <a:ext cx="5120640" cy="1828800"/>
          </a:xfrm>
        </p:spPr>
        <p:txBody>
          <a:bodyPr/>
          <a:lstStyle/>
          <a:p>
            <a:r>
              <a:rPr lang="en-US" dirty="0"/>
              <a:t>Confidence-building strategies</a:t>
            </a:r>
          </a:p>
        </p:txBody>
      </p:sp>
      <p:pic>
        <p:nvPicPr>
          <p:cNvPr id="17" name="Picture Placeholder 16" descr="Two people walking down a sidewalk">
            <a:extLst>
              <a:ext uri="{FF2B5EF4-FFF2-40B4-BE49-F238E27FC236}">
                <a16:creationId xmlns:a16="http://schemas.microsoft.com/office/drawing/2014/main" id="{2ECBBDA4-D2C1-0F46-BA36-5967266F87A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l="16819" r="16819"/>
          <a:stretch/>
        </p:blipFill>
        <p:spPr>
          <a:xfrm>
            <a:off x="904238" y="1157224"/>
            <a:ext cx="4500562" cy="4521200"/>
          </a:xfrm>
        </p:spPr>
      </p:pic>
    </p:spTree>
    <p:extLst>
      <p:ext uri="{BB962C8B-B14F-4D97-AF65-F5344CB8AC3E}">
        <p14:creationId xmlns:p14="http://schemas.microsoft.com/office/powerpoint/2010/main" val="779750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FF5EE67-DE83-C00F-F31C-58A2B4623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45085"/>
            <a:ext cx="9779183" cy="1600835"/>
          </a:xfrm>
        </p:spPr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F7743C-9A64-6DD7-26EC-7870E2484D2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166813" y="2652713"/>
            <a:ext cx="9780587" cy="343693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</p:spTree>
    <p:extLst>
      <p:ext uri="{BB962C8B-B14F-4D97-AF65-F5344CB8AC3E}">
        <p14:creationId xmlns:p14="http://schemas.microsoft.com/office/powerpoint/2010/main" val="2529338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AA093-E00B-31E9-0A13-71142E30E5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4" y="177553"/>
            <a:ext cx="6245912" cy="3269447"/>
          </a:xfrm>
        </p:spPr>
        <p:txBody>
          <a:bodyPr/>
          <a:lstStyle/>
          <a:p>
            <a:r>
              <a:rPr lang="en-US" dirty="0"/>
              <a:t>Selecting </a:t>
            </a:r>
            <a:br>
              <a:rPr lang="en-US" dirty="0"/>
            </a:br>
            <a:r>
              <a:rPr lang="en-US" dirty="0"/>
              <a:t>visual aids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2C8177-F0B6-B02C-3682-183D8307E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7494" y="3492896"/>
            <a:ext cx="6245912" cy="912850"/>
          </a:xfrm>
        </p:spPr>
        <p:txBody>
          <a:bodyPr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4117153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DF9E134-98AA-3ECE-E40A-180C85ACD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601200" cy="1653371"/>
          </a:xfrm>
        </p:spPr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55C0B-19FB-954B-532A-0A68CAC4E0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7493" y="2023984"/>
            <a:ext cx="4663440" cy="3332832"/>
          </a:xfrm>
        </p:spPr>
        <p:txBody>
          <a:bodyPr/>
          <a:lstStyle/>
          <a:p>
            <a:r>
              <a:rPr lang="en-US" dirty="0"/>
              <a:t>This is a powerful tool in public speaking. It involves varying pitch, tone, and volume to convey emotion, emphasize points, and maintain interest: 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A34351-9D9C-8C32-5CC0-3F19A1CAC037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283235" y="2023984"/>
            <a:ext cx="4663440" cy="3332832"/>
          </a:xfrm>
        </p:spPr>
        <p:txBody>
          <a:bodyPr/>
          <a:lstStyle/>
          <a:p>
            <a:r>
              <a:rPr lang="en-US" dirty="0"/>
              <a:t>Effective body language enhances your message, making it more impactful </a:t>
            </a:r>
            <a:r>
              <a:rPr lang="en-US"/>
              <a:t>and memorable:</a:t>
            </a:r>
            <a:endParaRPr lang="en-US" dirty="0"/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</p:spTree>
    <p:extLst>
      <p:ext uri="{BB962C8B-B14F-4D97-AF65-F5344CB8AC3E}">
        <p14:creationId xmlns:p14="http://schemas.microsoft.com/office/powerpoint/2010/main" val="1265939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4CFB73D-B7C9-A177-04F3-E48E841A8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69008"/>
            <a:ext cx="9779183" cy="1706563"/>
          </a:xfrm>
        </p:spPr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A34351-9D9C-8C32-5CC0-3F19A1CAC03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1166813" y="2024063"/>
            <a:ext cx="4664075" cy="3332162"/>
          </a:xfrm>
        </p:spPr>
        <p:txBody>
          <a:bodyPr>
            <a:normAutofit/>
          </a:bodyPr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55C0B-19FB-954B-532A-0A68CAC4E0E4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283325" y="2024063"/>
            <a:ext cx="4664075" cy="3332162"/>
          </a:xfrm>
        </p:spPr>
        <p:txBody>
          <a:bodyPr>
            <a:normAutofit/>
          </a:bodyPr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102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EF58C-138C-55F4-DA77-4C3F06C81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457200"/>
            <a:ext cx="10643508" cy="1371600"/>
          </a:xfrm>
        </p:spPr>
        <p:txBody>
          <a:bodyPr/>
          <a:lstStyle/>
          <a:p>
            <a:r>
              <a:rPr lang="en-US" dirty="0"/>
              <a:t>Speaking impact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DDE7C-335B-FD23-E1E6-CDCB99B7878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1166813" y="2652713"/>
            <a:ext cx="5394325" cy="3436937"/>
          </a:xfrm>
        </p:spPr>
        <p:txBody>
          <a:bodyPr/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  <p:pic>
        <p:nvPicPr>
          <p:cNvPr id="25" name="Picture Placeholder 24" descr="A couple of people looking at a computer">
            <a:extLst>
              <a:ext uri="{FF2B5EF4-FFF2-40B4-BE49-F238E27FC236}">
                <a16:creationId xmlns:a16="http://schemas.microsoft.com/office/drawing/2014/main" id="{E57751D1-D655-B1C0-2407-A8826F55102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l="16667" r="16667"/>
          <a:stretch/>
        </p:blipFill>
        <p:spPr>
          <a:xfrm>
            <a:off x="7317920" y="1447800"/>
            <a:ext cx="4214010" cy="4214010"/>
          </a:xfrm>
        </p:spPr>
      </p:pic>
    </p:spTree>
    <p:extLst>
      <p:ext uri="{BB962C8B-B14F-4D97-AF65-F5344CB8AC3E}">
        <p14:creationId xmlns:p14="http://schemas.microsoft.com/office/powerpoint/2010/main" val="3626495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02FA0-5805-E9D5-E5A1-5B4B485CB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457200"/>
            <a:ext cx="9692640" cy="1371600"/>
          </a:xfrm>
        </p:spPr>
        <p:txBody>
          <a:bodyPr/>
          <a:lstStyle/>
          <a:p>
            <a:r>
              <a:rPr lang="en-US" dirty="0"/>
              <a:t>Dynamic delivery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E9A705-E123-1C6C-EC93-CEE377B741C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167493" y="2087561"/>
            <a:ext cx="2693306" cy="3890543"/>
          </a:xfrm>
        </p:spPr>
        <p:txBody>
          <a:bodyPr/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  <a:p>
            <a:endParaRPr lang="en-US" dirty="0"/>
          </a:p>
        </p:txBody>
      </p:sp>
      <p:graphicFrame>
        <p:nvGraphicFramePr>
          <p:cNvPr id="5" name="Table Placeholder 2">
            <a:extLst>
              <a:ext uri="{FF2B5EF4-FFF2-40B4-BE49-F238E27FC236}">
                <a16:creationId xmlns:a16="http://schemas.microsoft.com/office/drawing/2014/main" id="{FD8D3D14-313E-8ED7-7BE9-2E3D506F17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06509738"/>
              </p:ext>
            </p:extLst>
          </p:nvPr>
        </p:nvGraphicFramePr>
        <p:xfrm>
          <a:off x="4216400" y="2087563"/>
          <a:ext cx="6771640" cy="4061657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692910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1692910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692910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692910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586937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61246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61246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586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61246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8749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7915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C00FF-6B42-7D84-7831-AACC4E189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9489" y="457199"/>
            <a:ext cx="5943599" cy="1920240"/>
          </a:xfrm>
        </p:spPr>
        <p:txBody>
          <a:bodyPr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C7FC500-BBFB-3AA4-BEDE-038CB94FFF61}"/>
              </a:ext>
            </a:extLst>
          </p:cNvPr>
          <p:cNvSpPr>
            <a:spLocks noGrp="1" noChangeAspect="1"/>
          </p:cNvSpPr>
          <p:nvPr>
            <p:ph idx="17"/>
          </p:nvPr>
        </p:nvSpPr>
        <p:spPr>
          <a:xfrm>
            <a:off x="823108" y="640080"/>
            <a:ext cx="4297680" cy="4297680"/>
          </a:xfrm>
        </p:spPr>
        <p:txBody>
          <a:bodyPr/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5C7B5A-A5C3-15D4-DF71-B692D28942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549900" y="2706688"/>
            <a:ext cx="5943600" cy="3382962"/>
          </a:xfrm>
        </p:spPr>
        <p:txBody>
          <a:bodyPr>
            <a:normAutofit/>
          </a:bodyPr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2610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0786E-306F-FA21-4F87-81A032C68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779183" cy="1570038"/>
          </a:xfrm>
        </p:spPr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4" name="Table Placeholder 3">
            <a:extLst>
              <a:ext uri="{FF2B5EF4-FFF2-40B4-BE49-F238E27FC236}">
                <a16:creationId xmlns:a16="http://schemas.microsoft.com/office/drawing/2014/main" id="{E45D850A-4F58-6F54-953E-5ADC96B2EE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4320616"/>
              </p:ext>
            </p:extLst>
          </p:nvPr>
        </p:nvGraphicFramePr>
        <p:xfrm>
          <a:off x="1166813" y="2084388"/>
          <a:ext cx="9821228" cy="38862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455307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455307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455307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455307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8163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1C753FD-96EC-101A-B8A4-5F69A189B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4" y="252549"/>
            <a:ext cx="6220278" cy="326281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7BB04B7-47A4-741B-59E0-F0E6F2126E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7493" y="3685939"/>
            <a:ext cx="6220277" cy="2919512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160967352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Universal Color Bloc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68FF"/>
      </a:accent1>
      <a:accent2>
        <a:srgbClr val="DAE5EF"/>
      </a:accent2>
      <a:accent3>
        <a:srgbClr val="637183"/>
      </a:accent3>
      <a:accent4>
        <a:srgbClr val="434E5E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75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331398_Win32_SL_V13" id="{C59E605D-C281-4A06-BDA0-E97A35AC3AA8}" vid="{25D1D206-DA25-4050-926A-BD6D3A1B50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1E98C35-9ECE-4425-BCBA-00E118C705C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AA6A711-2C3F-4EC0-B88B-62D7408511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{2A39B85A-C77D-4C2A-A7BC-21D5D3908490}TF0e83fa2d-9a66-4e5e-9e82-acc620be7a498e277179_win32-f234380521c6</Template>
  <TotalTime>4</TotalTime>
  <Words>425</Words>
  <Application>Microsoft Office PowerPoint</Application>
  <PresentationFormat>Widescreen</PresentationFormat>
  <Paragraphs>123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Tenorite</vt:lpstr>
      <vt:lpstr>Custom</vt:lpstr>
      <vt:lpstr>Reversi (Othello)</vt:lpstr>
      <vt:lpstr>Agenda</vt:lpstr>
      <vt:lpstr>The power of communication</vt:lpstr>
      <vt:lpstr>Overcoming nervousness</vt:lpstr>
      <vt:lpstr>Engaging the audience</vt:lpstr>
      <vt:lpstr>Selecting  visual aids</vt:lpstr>
      <vt:lpstr>Effective delivery techniques</vt:lpstr>
      <vt:lpstr>Navigating Q&amp;A sessions</vt:lpstr>
      <vt:lpstr>Speaking impact </vt:lpstr>
      <vt:lpstr>Dynamic delivery</vt:lpstr>
      <vt:lpstr>Final tips &amp; takeaways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Talha Ahmad</dc:creator>
  <cp:lastModifiedBy>Talha Ahmad</cp:lastModifiedBy>
  <cp:revision>1</cp:revision>
  <dcterms:created xsi:type="dcterms:W3CDTF">2025-12-05T04:54:06Z</dcterms:created>
  <dcterms:modified xsi:type="dcterms:W3CDTF">2025-12-05T04:58:48Z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