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6" r:id="rId5"/>
    <p:sldId id="257" r:id="rId6"/>
    <p:sldId id="286" r:id="rId7"/>
    <p:sldId id="288" r:id="rId8"/>
    <p:sldId id="289" r:id="rId9"/>
    <p:sldId id="297" r:id="rId10"/>
    <p:sldId id="290" r:id="rId11"/>
    <p:sldId id="299" r:id="rId12"/>
    <p:sldId id="300" r:id="rId13"/>
    <p:sldId id="292" r:id="rId14"/>
    <p:sldId id="295" r:id="rId15"/>
    <p:sldId id="301" r:id="rId16"/>
    <p:sldId id="294" r:id="rId17"/>
    <p:sldId id="302" r:id="rId18"/>
    <p:sldId id="303" r:id="rId19"/>
    <p:sldId id="29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646" autoAdjust="0"/>
  </p:normalViewPr>
  <p:slideViewPr>
    <p:cSldViewPr snapToGrid="0">
      <p:cViewPr varScale="1">
        <p:scale>
          <a:sx n="67" d="100"/>
          <a:sy n="67" d="100"/>
        </p:scale>
        <p:origin x="858" y="6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E28777-9D6E-412A-AD46-75D7F7C2EF32}"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331C46FA-C6EB-44C0-A0E9-64425C9E2E1E}">
      <dgm:prSet phldrT="[Text]" phldr="0"/>
      <dgm:spPr/>
      <dgm:t>
        <a:bodyPr/>
        <a:lstStyle/>
        <a:p>
          <a:r>
            <a:rPr lang="en-US" dirty="0"/>
            <a:t>Domain</a:t>
          </a:r>
        </a:p>
      </dgm:t>
    </dgm:pt>
    <dgm:pt modelId="{1AB237E9-73FA-4CB7-B1D5-DA5F8968694E}" type="parTrans" cxnId="{2E86FDDC-E28D-4A5D-9132-8309A669473B}">
      <dgm:prSet/>
      <dgm:spPr/>
      <dgm:t>
        <a:bodyPr/>
        <a:lstStyle/>
        <a:p>
          <a:endParaRPr lang="en-US"/>
        </a:p>
      </dgm:t>
    </dgm:pt>
    <dgm:pt modelId="{43FAE73B-2608-49D5-A7D9-13D992D3F919}" type="sibTrans" cxnId="{2E86FDDC-E28D-4A5D-9132-8309A669473B}">
      <dgm:prSet/>
      <dgm:spPr/>
      <dgm:t>
        <a:bodyPr/>
        <a:lstStyle/>
        <a:p>
          <a:endParaRPr lang="en-US"/>
        </a:p>
      </dgm:t>
    </dgm:pt>
    <dgm:pt modelId="{6E32661C-2077-472D-8A3F-DA8E89943667}">
      <dgm:prSet phldrT="[Text]" phldr="0" custT="1"/>
      <dgm:spPr/>
      <dgm:t>
        <a:bodyPr/>
        <a:lstStyle/>
        <a:p>
          <a:r>
            <a:rPr lang="en-US" sz="1400" dirty="0"/>
            <a:t>Entities</a:t>
          </a:r>
        </a:p>
      </dgm:t>
    </dgm:pt>
    <dgm:pt modelId="{5252DD46-2795-4682-AD9D-EE55BCAD38B3}" type="parTrans" cxnId="{801DBA7F-B930-49B0-9D29-608C21647E9D}">
      <dgm:prSet/>
      <dgm:spPr/>
      <dgm:t>
        <a:bodyPr/>
        <a:lstStyle/>
        <a:p>
          <a:endParaRPr lang="en-US"/>
        </a:p>
      </dgm:t>
    </dgm:pt>
    <dgm:pt modelId="{6507F81F-8361-4670-930D-D38D5EB3F068}" type="sibTrans" cxnId="{801DBA7F-B930-49B0-9D29-608C21647E9D}">
      <dgm:prSet/>
      <dgm:spPr/>
      <dgm:t>
        <a:bodyPr/>
        <a:lstStyle/>
        <a:p>
          <a:endParaRPr lang="en-US"/>
        </a:p>
      </dgm:t>
    </dgm:pt>
    <dgm:pt modelId="{37025243-E295-464D-9C18-4EFCEA455CC6}">
      <dgm:prSet phldrT="[Text]" phldr="0" custT="1"/>
      <dgm:spPr/>
      <dgm:t>
        <a:bodyPr/>
        <a:lstStyle/>
        <a:p>
          <a:r>
            <a:rPr lang="en-US" sz="1400" dirty="0"/>
            <a:t>Rule Engines</a:t>
          </a:r>
        </a:p>
      </dgm:t>
    </dgm:pt>
    <dgm:pt modelId="{9D6CF227-681A-4745-B8DC-3517642ED6C2}" type="parTrans" cxnId="{9487D1A7-32FA-44E8-B621-10E28DC917E0}">
      <dgm:prSet/>
      <dgm:spPr/>
      <dgm:t>
        <a:bodyPr/>
        <a:lstStyle/>
        <a:p>
          <a:endParaRPr lang="en-US"/>
        </a:p>
      </dgm:t>
    </dgm:pt>
    <dgm:pt modelId="{D1B44B64-4B49-4C79-827F-75D8294D6C5F}" type="sibTrans" cxnId="{9487D1A7-32FA-44E8-B621-10E28DC917E0}">
      <dgm:prSet/>
      <dgm:spPr/>
      <dgm:t>
        <a:bodyPr/>
        <a:lstStyle/>
        <a:p>
          <a:endParaRPr lang="en-US"/>
        </a:p>
      </dgm:t>
    </dgm:pt>
    <dgm:pt modelId="{41B4725D-D16E-44C8-B444-92F75CB94CB0}">
      <dgm:prSet phldrT="[Text]" phldr="0"/>
      <dgm:spPr/>
      <dgm:t>
        <a:bodyPr/>
        <a:lstStyle/>
        <a:p>
          <a:r>
            <a:rPr lang="en-US" dirty="0"/>
            <a:t>Application</a:t>
          </a:r>
        </a:p>
      </dgm:t>
    </dgm:pt>
    <dgm:pt modelId="{5927AA7C-EFF2-43D6-8674-5ACD993D599D}" type="parTrans" cxnId="{DE1B6A35-BEEE-4105-BE99-F86F1C149350}">
      <dgm:prSet/>
      <dgm:spPr/>
      <dgm:t>
        <a:bodyPr/>
        <a:lstStyle/>
        <a:p>
          <a:endParaRPr lang="en-US"/>
        </a:p>
      </dgm:t>
    </dgm:pt>
    <dgm:pt modelId="{3A6E844D-209B-4852-B211-487BA7D0CB07}" type="sibTrans" cxnId="{DE1B6A35-BEEE-4105-BE99-F86F1C149350}">
      <dgm:prSet/>
      <dgm:spPr/>
      <dgm:t>
        <a:bodyPr/>
        <a:lstStyle/>
        <a:p>
          <a:endParaRPr lang="en-US"/>
        </a:p>
      </dgm:t>
    </dgm:pt>
    <dgm:pt modelId="{5296BCEB-D68D-454E-B9BD-6D9FEE67A88F}">
      <dgm:prSet phldrT="[Text]" phldr="0" custT="1"/>
      <dgm:spPr/>
      <dgm:t>
        <a:bodyPr/>
        <a:lstStyle/>
        <a:p>
          <a:r>
            <a:rPr lang="en-US" sz="1600" dirty="0"/>
            <a:t>Game Engine</a:t>
          </a:r>
        </a:p>
      </dgm:t>
    </dgm:pt>
    <dgm:pt modelId="{B3CF97F0-E384-4FBF-891F-7332B4A4C1BC}" type="parTrans" cxnId="{41C32A1E-CDB5-4A23-BE8B-3C4EED88F3C6}">
      <dgm:prSet/>
      <dgm:spPr/>
      <dgm:t>
        <a:bodyPr/>
        <a:lstStyle/>
        <a:p>
          <a:endParaRPr lang="en-US"/>
        </a:p>
      </dgm:t>
    </dgm:pt>
    <dgm:pt modelId="{2ACE6ACD-8F2E-4DF5-9D1F-6605FFFEDE29}" type="sibTrans" cxnId="{41C32A1E-CDB5-4A23-BE8B-3C4EED88F3C6}">
      <dgm:prSet/>
      <dgm:spPr/>
      <dgm:t>
        <a:bodyPr/>
        <a:lstStyle/>
        <a:p>
          <a:endParaRPr lang="en-US"/>
        </a:p>
      </dgm:t>
    </dgm:pt>
    <dgm:pt modelId="{7B4C1D4B-1A75-47C0-843E-9C433011B958}">
      <dgm:prSet phldrT="[Text]" phldr="0" custT="1"/>
      <dgm:spPr/>
      <dgm:t>
        <a:bodyPr/>
        <a:lstStyle/>
        <a:p>
          <a:r>
            <a:rPr lang="en-US" sz="1600" dirty="0"/>
            <a:t>Turn Manager</a:t>
          </a:r>
        </a:p>
      </dgm:t>
    </dgm:pt>
    <dgm:pt modelId="{EE508717-7CA4-4DE0-A335-B4F2C83FDFF0}" type="parTrans" cxnId="{B5758684-DF04-4062-9AC8-C83534C386B3}">
      <dgm:prSet/>
      <dgm:spPr/>
      <dgm:t>
        <a:bodyPr/>
        <a:lstStyle/>
        <a:p>
          <a:endParaRPr lang="en-US"/>
        </a:p>
      </dgm:t>
    </dgm:pt>
    <dgm:pt modelId="{FE1610D8-ECAF-40C8-B55F-CA56DCD0422D}" type="sibTrans" cxnId="{B5758684-DF04-4062-9AC8-C83534C386B3}">
      <dgm:prSet/>
      <dgm:spPr/>
      <dgm:t>
        <a:bodyPr/>
        <a:lstStyle/>
        <a:p>
          <a:endParaRPr lang="en-US"/>
        </a:p>
      </dgm:t>
    </dgm:pt>
    <dgm:pt modelId="{BBCA530C-54FD-44E0-9D5F-FC513EE67609}">
      <dgm:prSet phldrT="[Text]" phldr="0"/>
      <dgm:spPr/>
      <dgm:t>
        <a:bodyPr/>
        <a:lstStyle/>
        <a:p>
          <a:r>
            <a:rPr lang="en-US" dirty="0"/>
            <a:t>Ports</a:t>
          </a:r>
        </a:p>
      </dgm:t>
    </dgm:pt>
    <dgm:pt modelId="{1A032607-EFE3-41B1-915D-B85C82F0F729}" type="parTrans" cxnId="{C520ECBC-1096-461C-A62D-1B5191414FD3}">
      <dgm:prSet/>
      <dgm:spPr/>
      <dgm:t>
        <a:bodyPr/>
        <a:lstStyle/>
        <a:p>
          <a:endParaRPr lang="en-US"/>
        </a:p>
      </dgm:t>
    </dgm:pt>
    <dgm:pt modelId="{A203632A-91FB-4801-81E2-1139ABB2A403}" type="sibTrans" cxnId="{C520ECBC-1096-461C-A62D-1B5191414FD3}">
      <dgm:prSet/>
      <dgm:spPr/>
      <dgm:t>
        <a:bodyPr/>
        <a:lstStyle/>
        <a:p>
          <a:endParaRPr lang="en-US"/>
        </a:p>
      </dgm:t>
    </dgm:pt>
    <dgm:pt modelId="{01E87ADD-C572-4791-9F46-BCE71A97055D}">
      <dgm:prSet phldrT="[Text]" phldr="0" custT="1"/>
      <dgm:spPr/>
      <dgm:t>
        <a:bodyPr/>
        <a:lstStyle/>
        <a:p>
          <a:r>
            <a:rPr lang="en-US" sz="1600" dirty="0"/>
            <a:t>User Interface Port</a:t>
          </a:r>
        </a:p>
      </dgm:t>
    </dgm:pt>
    <dgm:pt modelId="{095CE879-F38C-4011-979E-7BC0F2F5F182}" type="parTrans" cxnId="{D35E8897-3EDA-43DE-99D9-C9F332E7AE93}">
      <dgm:prSet/>
      <dgm:spPr/>
      <dgm:t>
        <a:bodyPr/>
        <a:lstStyle/>
        <a:p>
          <a:endParaRPr lang="en-US"/>
        </a:p>
      </dgm:t>
    </dgm:pt>
    <dgm:pt modelId="{D62D6256-5270-4B49-98AD-CC237E9A42E9}" type="sibTrans" cxnId="{D35E8897-3EDA-43DE-99D9-C9F332E7AE93}">
      <dgm:prSet/>
      <dgm:spPr/>
      <dgm:t>
        <a:bodyPr/>
        <a:lstStyle/>
        <a:p>
          <a:endParaRPr lang="en-US"/>
        </a:p>
      </dgm:t>
    </dgm:pt>
    <dgm:pt modelId="{A5A9D143-C8C7-4D47-9159-74D10B98CA22}">
      <dgm:prSet phldrT="[Text]" phldr="0" custT="1"/>
      <dgm:spPr/>
      <dgm:t>
        <a:bodyPr/>
        <a:lstStyle/>
        <a:p>
          <a:r>
            <a:rPr lang="en-US" sz="1400" dirty="0"/>
            <a:t>Value Objects</a:t>
          </a:r>
        </a:p>
      </dgm:t>
    </dgm:pt>
    <dgm:pt modelId="{ECAA6726-6017-4AF6-AF88-83CF95456FB2}" type="parTrans" cxnId="{30E9C5DF-85CC-4325-97A6-C68DA009AE50}">
      <dgm:prSet/>
      <dgm:spPr/>
      <dgm:t>
        <a:bodyPr/>
        <a:lstStyle/>
        <a:p>
          <a:endParaRPr lang="en-US"/>
        </a:p>
      </dgm:t>
    </dgm:pt>
    <dgm:pt modelId="{787ACAEB-0AA4-4E7C-8E68-3017ECDBEA1E}" type="sibTrans" cxnId="{30E9C5DF-85CC-4325-97A6-C68DA009AE50}">
      <dgm:prSet/>
      <dgm:spPr/>
      <dgm:t>
        <a:bodyPr/>
        <a:lstStyle/>
        <a:p>
          <a:endParaRPr lang="en-US"/>
        </a:p>
      </dgm:t>
    </dgm:pt>
    <dgm:pt modelId="{F57287D5-F324-4956-B936-3514740EF41E}">
      <dgm:prSet phldrT="[Text]" phldr="0" custT="1"/>
      <dgm:spPr/>
      <dgm:t>
        <a:bodyPr/>
        <a:lstStyle/>
        <a:p>
          <a:r>
            <a:rPr lang="en-US" sz="1400"/>
            <a:t>Exeptions</a:t>
          </a:r>
          <a:endParaRPr lang="en-US" sz="1400" dirty="0"/>
        </a:p>
      </dgm:t>
    </dgm:pt>
    <dgm:pt modelId="{9617EF2F-A388-4417-B6F6-260ED7A87ED7}" type="parTrans" cxnId="{B571AB7C-A197-4A9E-9781-8497A9BAE7A1}">
      <dgm:prSet/>
      <dgm:spPr/>
      <dgm:t>
        <a:bodyPr/>
        <a:lstStyle/>
        <a:p>
          <a:endParaRPr lang="en-US"/>
        </a:p>
      </dgm:t>
    </dgm:pt>
    <dgm:pt modelId="{CCC0A879-1A0A-449B-8824-F1F8AD8A2B3E}" type="sibTrans" cxnId="{B571AB7C-A197-4A9E-9781-8497A9BAE7A1}">
      <dgm:prSet/>
      <dgm:spPr/>
      <dgm:t>
        <a:bodyPr/>
        <a:lstStyle/>
        <a:p>
          <a:endParaRPr lang="en-US"/>
        </a:p>
      </dgm:t>
    </dgm:pt>
    <dgm:pt modelId="{AC47E49B-450B-4062-873A-2B59F50ECE96}">
      <dgm:prSet phldrT="[Text]" phldr="0" custT="1"/>
      <dgm:spPr/>
      <dgm:t>
        <a:bodyPr/>
        <a:lstStyle/>
        <a:p>
          <a:r>
            <a:rPr lang="en-US" sz="1600"/>
            <a:t>Use Cases</a:t>
          </a:r>
          <a:endParaRPr lang="en-US" sz="1600" dirty="0"/>
        </a:p>
      </dgm:t>
    </dgm:pt>
    <dgm:pt modelId="{3EADF2CF-5D5B-47DA-AD33-46CDB87B29E1}" type="parTrans" cxnId="{15600720-6BE3-4831-83CE-4B9CB5F80FC6}">
      <dgm:prSet/>
      <dgm:spPr/>
      <dgm:t>
        <a:bodyPr/>
        <a:lstStyle/>
        <a:p>
          <a:endParaRPr lang="en-US"/>
        </a:p>
      </dgm:t>
    </dgm:pt>
    <dgm:pt modelId="{56C9615C-E8E4-43E1-B4CD-3741CE837A80}" type="sibTrans" cxnId="{15600720-6BE3-4831-83CE-4B9CB5F80FC6}">
      <dgm:prSet/>
      <dgm:spPr/>
      <dgm:t>
        <a:bodyPr/>
        <a:lstStyle/>
        <a:p>
          <a:endParaRPr lang="en-US"/>
        </a:p>
      </dgm:t>
    </dgm:pt>
    <dgm:pt modelId="{0A96223E-BD78-4F6E-8673-00FFE375882C}">
      <dgm:prSet phldrT="[Text]" phldr="0" custT="1"/>
      <dgm:spPr/>
      <dgm:t>
        <a:bodyPr/>
        <a:lstStyle/>
        <a:p>
          <a:r>
            <a:rPr lang="en-US" sz="1600" dirty="0"/>
            <a:t>AI Player Port</a:t>
          </a:r>
        </a:p>
      </dgm:t>
    </dgm:pt>
    <dgm:pt modelId="{891A4983-9EE2-4DA9-A0E0-753E6DCE5AD0}" type="parTrans" cxnId="{D0E1507F-79C5-4429-AF2E-763DFD0E467D}">
      <dgm:prSet/>
      <dgm:spPr/>
      <dgm:t>
        <a:bodyPr/>
        <a:lstStyle/>
        <a:p>
          <a:endParaRPr lang="en-US"/>
        </a:p>
      </dgm:t>
    </dgm:pt>
    <dgm:pt modelId="{4A8E83D0-ECC2-4254-8311-A0413F846AAA}" type="sibTrans" cxnId="{D0E1507F-79C5-4429-AF2E-763DFD0E467D}">
      <dgm:prSet/>
      <dgm:spPr/>
      <dgm:t>
        <a:bodyPr/>
        <a:lstStyle/>
        <a:p>
          <a:endParaRPr lang="en-US"/>
        </a:p>
      </dgm:t>
    </dgm:pt>
    <dgm:pt modelId="{3228CA26-0965-4EB0-8F05-71ACB55C0B28}">
      <dgm:prSet phldrT="[Text]" phldr="0"/>
      <dgm:spPr/>
      <dgm:t>
        <a:bodyPr/>
        <a:lstStyle/>
        <a:p>
          <a:r>
            <a:rPr lang="en-US"/>
            <a:t>Adapters</a:t>
          </a:r>
          <a:endParaRPr lang="en-US" dirty="0"/>
        </a:p>
      </dgm:t>
    </dgm:pt>
    <dgm:pt modelId="{328783BD-00B6-48B0-80E4-59228BFEC40C}" type="parTrans" cxnId="{9E935192-FF3F-43B2-89BC-AFBAB2F4050A}">
      <dgm:prSet/>
      <dgm:spPr/>
      <dgm:t>
        <a:bodyPr/>
        <a:lstStyle/>
        <a:p>
          <a:endParaRPr lang="en-US"/>
        </a:p>
      </dgm:t>
    </dgm:pt>
    <dgm:pt modelId="{4C70F9AB-843F-4EAE-BC62-2930AC3A4DF3}" type="sibTrans" cxnId="{9E935192-FF3F-43B2-89BC-AFBAB2F4050A}">
      <dgm:prSet/>
      <dgm:spPr/>
      <dgm:t>
        <a:bodyPr/>
        <a:lstStyle/>
        <a:p>
          <a:endParaRPr lang="en-US"/>
        </a:p>
      </dgm:t>
    </dgm:pt>
    <dgm:pt modelId="{B2782B1D-EA5E-49F8-8865-995BC33518F3}">
      <dgm:prSet phldrT="[Text]" phldr="0" custT="1"/>
      <dgm:spPr/>
      <dgm:t>
        <a:bodyPr/>
        <a:lstStyle/>
        <a:p>
          <a:r>
            <a:rPr lang="en-US" sz="1600" dirty="0"/>
            <a:t>Console UI</a:t>
          </a:r>
        </a:p>
      </dgm:t>
    </dgm:pt>
    <dgm:pt modelId="{B310FF66-DE99-4382-9FC6-9D0F8D147D5F}" type="parTrans" cxnId="{E53602CA-EDAB-4D8D-8FD2-B112013E6EF2}">
      <dgm:prSet/>
      <dgm:spPr/>
      <dgm:t>
        <a:bodyPr/>
        <a:lstStyle/>
        <a:p>
          <a:endParaRPr lang="en-US"/>
        </a:p>
      </dgm:t>
    </dgm:pt>
    <dgm:pt modelId="{3B736464-3B12-43DF-A7D5-25407CC0EE23}" type="sibTrans" cxnId="{E53602CA-EDAB-4D8D-8FD2-B112013E6EF2}">
      <dgm:prSet/>
      <dgm:spPr/>
      <dgm:t>
        <a:bodyPr/>
        <a:lstStyle/>
        <a:p>
          <a:endParaRPr lang="en-US"/>
        </a:p>
      </dgm:t>
    </dgm:pt>
    <dgm:pt modelId="{074AE8F1-AC8F-47BB-8328-2C1707FA4FE4}">
      <dgm:prSet phldrT="[Text]" phldr="0" custT="1"/>
      <dgm:spPr/>
      <dgm:t>
        <a:bodyPr/>
        <a:lstStyle/>
        <a:p>
          <a:r>
            <a:rPr lang="en-US" sz="1600"/>
            <a:t>Graphical UI</a:t>
          </a:r>
          <a:endParaRPr lang="en-US" sz="1600" dirty="0"/>
        </a:p>
      </dgm:t>
    </dgm:pt>
    <dgm:pt modelId="{C875A8C3-BBED-4CE5-BBCE-18772931AE6F}" type="parTrans" cxnId="{1F533528-F2FC-4DE8-9E88-456D49D47E8A}">
      <dgm:prSet/>
      <dgm:spPr/>
      <dgm:t>
        <a:bodyPr/>
        <a:lstStyle/>
        <a:p>
          <a:endParaRPr lang="en-US"/>
        </a:p>
      </dgm:t>
    </dgm:pt>
    <dgm:pt modelId="{3DA40876-DB0F-4101-8743-20CB4CA774D8}" type="sibTrans" cxnId="{1F533528-F2FC-4DE8-9E88-456D49D47E8A}">
      <dgm:prSet/>
      <dgm:spPr/>
      <dgm:t>
        <a:bodyPr/>
        <a:lstStyle/>
        <a:p>
          <a:endParaRPr lang="en-US"/>
        </a:p>
      </dgm:t>
    </dgm:pt>
    <dgm:pt modelId="{65D39D39-10BF-4677-A60A-C67A737A2D97}">
      <dgm:prSet phldrT="[Text]" phldr="0" custT="1"/>
      <dgm:spPr/>
      <dgm:t>
        <a:bodyPr/>
        <a:lstStyle/>
        <a:p>
          <a:r>
            <a:rPr lang="en-US" sz="1600"/>
            <a:t>Web UI</a:t>
          </a:r>
          <a:endParaRPr lang="en-US" sz="1600" dirty="0"/>
        </a:p>
      </dgm:t>
    </dgm:pt>
    <dgm:pt modelId="{0EEC2E88-7E3B-4C64-89D2-E7B8483E2651}" type="parTrans" cxnId="{BD393C0E-9DA5-4048-851B-922CC52DF2D5}">
      <dgm:prSet/>
      <dgm:spPr/>
      <dgm:t>
        <a:bodyPr/>
        <a:lstStyle/>
        <a:p>
          <a:endParaRPr lang="en-US"/>
        </a:p>
      </dgm:t>
    </dgm:pt>
    <dgm:pt modelId="{ED34F9B7-BD0D-41C3-B3AB-0B206A705C44}" type="sibTrans" cxnId="{BD393C0E-9DA5-4048-851B-922CC52DF2D5}">
      <dgm:prSet/>
      <dgm:spPr/>
      <dgm:t>
        <a:bodyPr/>
        <a:lstStyle/>
        <a:p>
          <a:endParaRPr lang="en-US"/>
        </a:p>
      </dgm:t>
    </dgm:pt>
    <dgm:pt modelId="{4E84A86C-5CFB-4BF6-9391-75416F455C0B}">
      <dgm:prSet phldrT="[Text]" phldr="0"/>
      <dgm:spPr/>
      <dgm:t>
        <a:bodyPr/>
        <a:lstStyle/>
        <a:p>
          <a:r>
            <a:rPr lang="en-US"/>
            <a:t>Infrastructure</a:t>
          </a:r>
          <a:endParaRPr lang="en-US" dirty="0"/>
        </a:p>
      </dgm:t>
    </dgm:pt>
    <dgm:pt modelId="{11CE6532-AF9E-42B3-8158-77274AE7E882}" type="parTrans" cxnId="{81FD1CFF-F6CD-45A8-AA82-A16A8ECB4F6D}">
      <dgm:prSet/>
      <dgm:spPr/>
      <dgm:t>
        <a:bodyPr/>
        <a:lstStyle/>
        <a:p>
          <a:endParaRPr lang="en-US"/>
        </a:p>
      </dgm:t>
    </dgm:pt>
    <dgm:pt modelId="{003D641B-E87C-4BBD-A3C0-FC088BAAA506}" type="sibTrans" cxnId="{81FD1CFF-F6CD-45A8-AA82-A16A8ECB4F6D}">
      <dgm:prSet/>
      <dgm:spPr/>
      <dgm:t>
        <a:bodyPr/>
        <a:lstStyle/>
        <a:p>
          <a:endParaRPr lang="en-US"/>
        </a:p>
      </dgm:t>
    </dgm:pt>
    <dgm:pt modelId="{C9CCDA75-04C0-49A0-B7A4-5FE8456FAA5A}">
      <dgm:prSet phldrT="[Text]" phldr="0" custT="1"/>
      <dgm:spPr/>
      <dgm:t>
        <a:bodyPr/>
        <a:lstStyle/>
        <a:p>
          <a:r>
            <a:rPr lang="en-US" sz="1600"/>
            <a:t>Logger</a:t>
          </a:r>
          <a:endParaRPr lang="en-US" sz="1600" dirty="0"/>
        </a:p>
      </dgm:t>
    </dgm:pt>
    <dgm:pt modelId="{14B199E5-AC91-4374-808F-ECC5D707223E}" type="parTrans" cxnId="{5B002F75-66E6-45FA-9E16-B8F1A7DAA6A9}">
      <dgm:prSet/>
      <dgm:spPr/>
      <dgm:t>
        <a:bodyPr/>
        <a:lstStyle/>
        <a:p>
          <a:endParaRPr lang="en-US"/>
        </a:p>
      </dgm:t>
    </dgm:pt>
    <dgm:pt modelId="{4A528F30-D16E-4814-811F-471B5DA3288C}" type="sibTrans" cxnId="{5B002F75-66E6-45FA-9E16-B8F1A7DAA6A9}">
      <dgm:prSet/>
      <dgm:spPr/>
      <dgm:t>
        <a:bodyPr/>
        <a:lstStyle/>
        <a:p>
          <a:endParaRPr lang="en-US"/>
        </a:p>
      </dgm:t>
    </dgm:pt>
    <dgm:pt modelId="{BD05A16C-2AC4-40BD-96D1-AB2179BF6030}">
      <dgm:prSet phldrT="[Text]" phldr="0" custT="1"/>
      <dgm:spPr/>
      <dgm:t>
        <a:bodyPr/>
        <a:lstStyle/>
        <a:p>
          <a:r>
            <a:rPr lang="en-US" sz="1600" dirty="0"/>
            <a:t>Configuration</a:t>
          </a:r>
        </a:p>
      </dgm:t>
    </dgm:pt>
    <dgm:pt modelId="{5030294C-B70E-4332-95FE-F241F712C4A6}" type="parTrans" cxnId="{71C8B82B-A5AB-452E-998E-E53D5D67B475}">
      <dgm:prSet/>
      <dgm:spPr/>
      <dgm:t>
        <a:bodyPr/>
        <a:lstStyle/>
        <a:p>
          <a:endParaRPr lang="en-US"/>
        </a:p>
      </dgm:t>
    </dgm:pt>
    <dgm:pt modelId="{8777F3F6-6725-41A6-B0C2-211AEFA2E565}" type="sibTrans" cxnId="{71C8B82B-A5AB-452E-998E-E53D5D67B475}">
      <dgm:prSet/>
      <dgm:spPr/>
      <dgm:t>
        <a:bodyPr/>
        <a:lstStyle/>
        <a:p>
          <a:endParaRPr lang="en-US"/>
        </a:p>
      </dgm:t>
    </dgm:pt>
    <dgm:pt modelId="{7F0E19AA-44C6-490D-BFA9-27B620F67E46}">
      <dgm:prSet phldrT="[Text]" phldr="0" custT="1"/>
      <dgm:spPr/>
      <dgm:t>
        <a:bodyPr/>
        <a:lstStyle/>
        <a:p>
          <a:r>
            <a:rPr lang="en-US" sz="1600" dirty="0"/>
            <a:t>Data Storage</a:t>
          </a:r>
        </a:p>
      </dgm:t>
    </dgm:pt>
    <dgm:pt modelId="{BFBA32F6-2779-47CD-AADB-DA3D424638A7}" type="parTrans" cxnId="{6758F61B-188D-4338-93CA-287085B2FD40}">
      <dgm:prSet/>
      <dgm:spPr/>
      <dgm:t>
        <a:bodyPr/>
        <a:lstStyle/>
        <a:p>
          <a:endParaRPr lang="en-US"/>
        </a:p>
      </dgm:t>
    </dgm:pt>
    <dgm:pt modelId="{4476EFC4-707F-448F-B8E9-63906DBAB896}" type="sibTrans" cxnId="{6758F61B-188D-4338-93CA-287085B2FD40}">
      <dgm:prSet/>
      <dgm:spPr/>
      <dgm:t>
        <a:bodyPr/>
        <a:lstStyle/>
        <a:p>
          <a:endParaRPr lang="en-US"/>
        </a:p>
      </dgm:t>
    </dgm:pt>
    <dgm:pt modelId="{A5F7A30A-7F9A-4C99-B1BF-E240F8CEC110}">
      <dgm:prSet phldrT="[Text]" phldr="0"/>
      <dgm:spPr/>
      <dgm:t>
        <a:bodyPr/>
        <a:lstStyle/>
        <a:p>
          <a:r>
            <a:rPr lang="en-US"/>
            <a:t>Launchers</a:t>
          </a:r>
          <a:endParaRPr lang="en-US" dirty="0"/>
        </a:p>
      </dgm:t>
    </dgm:pt>
    <dgm:pt modelId="{ECFD066D-319B-4039-8104-3EC95226DBB3}" type="parTrans" cxnId="{EEDD4B03-4CEF-4BE1-BA43-B23930D850D3}">
      <dgm:prSet/>
      <dgm:spPr/>
      <dgm:t>
        <a:bodyPr/>
        <a:lstStyle/>
        <a:p>
          <a:endParaRPr lang="en-US"/>
        </a:p>
      </dgm:t>
    </dgm:pt>
    <dgm:pt modelId="{C9E7DDFC-7E34-4E93-A9B0-5F9BA9B26FD5}" type="sibTrans" cxnId="{EEDD4B03-4CEF-4BE1-BA43-B23930D850D3}">
      <dgm:prSet/>
      <dgm:spPr/>
      <dgm:t>
        <a:bodyPr/>
        <a:lstStyle/>
        <a:p>
          <a:endParaRPr lang="en-US"/>
        </a:p>
      </dgm:t>
    </dgm:pt>
    <dgm:pt modelId="{0D9DE518-6601-42A0-99A8-7531FDAB0367}">
      <dgm:prSet phldrT="[Text]" phldr="0" custT="1"/>
      <dgm:spPr/>
      <dgm:t>
        <a:bodyPr/>
        <a:lstStyle/>
        <a:p>
          <a:r>
            <a:rPr lang="en-US" sz="1600"/>
            <a:t>Console</a:t>
          </a:r>
          <a:endParaRPr lang="en-US" sz="1600" dirty="0"/>
        </a:p>
      </dgm:t>
    </dgm:pt>
    <dgm:pt modelId="{9A2A2EEF-4CC6-4E59-95FD-5EA3B96F9386}" type="parTrans" cxnId="{E19E6A75-71FB-45EF-B1DB-9F41ED1CCE4F}">
      <dgm:prSet/>
      <dgm:spPr/>
      <dgm:t>
        <a:bodyPr/>
        <a:lstStyle/>
        <a:p>
          <a:endParaRPr lang="en-US"/>
        </a:p>
      </dgm:t>
    </dgm:pt>
    <dgm:pt modelId="{A562F899-70C4-4A21-9595-C77D62CE5CD1}" type="sibTrans" cxnId="{E19E6A75-71FB-45EF-B1DB-9F41ED1CCE4F}">
      <dgm:prSet/>
      <dgm:spPr/>
      <dgm:t>
        <a:bodyPr/>
        <a:lstStyle/>
        <a:p>
          <a:endParaRPr lang="en-US"/>
        </a:p>
      </dgm:t>
    </dgm:pt>
    <dgm:pt modelId="{3E79DAED-6D4A-4D17-B62A-A3813D597DCF}">
      <dgm:prSet phldrT="[Text]" phldr="0" custT="1"/>
      <dgm:spPr/>
      <dgm:t>
        <a:bodyPr/>
        <a:lstStyle/>
        <a:p>
          <a:r>
            <a:rPr lang="en-US" sz="1600"/>
            <a:t>Graphical</a:t>
          </a:r>
          <a:endParaRPr lang="en-US" sz="1600" dirty="0"/>
        </a:p>
      </dgm:t>
    </dgm:pt>
    <dgm:pt modelId="{F97A8638-8524-476E-BC7E-326F6FD6BC08}" type="parTrans" cxnId="{8EFA3066-5860-46CB-9E9E-ECFE7F353432}">
      <dgm:prSet/>
      <dgm:spPr/>
      <dgm:t>
        <a:bodyPr/>
        <a:lstStyle/>
        <a:p>
          <a:endParaRPr lang="en-US"/>
        </a:p>
      </dgm:t>
    </dgm:pt>
    <dgm:pt modelId="{A706B91F-9433-46AD-85C5-9C680A7CE1EC}" type="sibTrans" cxnId="{8EFA3066-5860-46CB-9E9E-ECFE7F353432}">
      <dgm:prSet/>
      <dgm:spPr/>
      <dgm:t>
        <a:bodyPr/>
        <a:lstStyle/>
        <a:p>
          <a:endParaRPr lang="en-US"/>
        </a:p>
      </dgm:t>
    </dgm:pt>
    <dgm:pt modelId="{1AC0363F-CEB9-4C0E-9920-924F8485C9A9}">
      <dgm:prSet phldrT="[Text]" phldr="0" custT="1"/>
      <dgm:spPr/>
      <dgm:t>
        <a:bodyPr/>
        <a:lstStyle/>
        <a:p>
          <a:r>
            <a:rPr lang="en-US" sz="1600"/>
            <a:t>Web</a:t>
          </a:r>
          <a:endParaRPr lang="en-US" sz="1600" dirty="0"/>
        </a:p>
      </dgm:t>
    </dgm:pt>
    <dgm:pt modelId="{1F4D6940-5DC6-446E-8315-3F99B0578D0C}" type="parTrans" cxnId="{C541C4D9-1790-43CA-9965-BF6779A2D7F6}">
      <dgm:prSet/>
      <dgm:spPr/>
      <dgm:t>
        <a:bodyPr/>
        <a:lstStyle/>
        <a:p>
          <a:endParaRPr lang="en-US"/>
        </a:p>
      </dgm:t>
    </dgm:pt>
    <dgm:pt modelId="{0DC09A2F-D523-446A-9929-5517B130008F}" type="sibTrans" cxnId="{C541C4D9-1790-43CA-9965-BF6779A2D7F6}">
      <dgm:prSet/>
      <dgm:spPr/>
      <dgm:t>
        <a:bodyPr/>
        <a:lstStyle/>
        <a:p>
          <a:endParaRPr lang="en-US"/>
        </a:p>
      </dgm:t>
    </dgm:pt>
    <dgm:pt modelId="{C2AA82EA-4C21-497E-8A3F-9FDE035354D1}" type="pres">
      <dgm:prSet presAssocID="{16E28777-9D6E-412A-AD46-75D7F7C2EF32}" presName="theList" presStyleCnt="0">
        <dgm:presLayoutVars>
          <dgm:dir/>
          <dgm:animLvl val="lvl"/>
          <dgm:resizeHandles val="exact"/>
        </dgm:presLayoutVars>
      </dgm:prSet>
      <dgm:spPr/>
    </dgm:pt>
    <dgm:pt modelId="{2238E648-47B7-4B13-986D-54D3C3937BD3}" type="pres">
      <dgm:prSet presAssocID="{331C46FA-C6EB-44C0-A0E9-64425C9E2E1E}" presName="compNode" presStyleCnt="0"/>
      <dgm:spPr/>
    </dgm:pt>
    <dgm:pt modelId="{3173AB51-9EEB-4C44-8660-E3399B1D2C8B}" type="pres">
      <dgm:prSet presAssocID="{331C46FA-C6EB-44C0-A0E9-64425C9E2E1E}" presName="aNode" presStyleLbl="bgShp" presStyleIdx="0" presStyleCnt="6"/>
      <dgm:spPr/>
    </dgm:pt>
    <dgm:pt modelId="{27EBB913-A2B1-4780-B54A-567D0E874B31}" type="pres">
      <dgm:prSet presAssocID="{331C46FA-C6EB-44C0-A0E9-64425C9E2E1E}" presName="textNode" presStyleLbl="bgShp" presStyleIdx="0" presStyleCnt="6"/>
      <dgm:spPr/>
    </dgm:pt>
    <dgm:pt modelId="{1335A7C7-8681-4EBD-B9C7-4FC6BFB4FA92}" type="pres">
      <dgm:prSet presAssocID="{331C46FA-C6EB-44C0-A0E9-64425C9E2E1E}" presName="compChildNode" presStyleCnt="0"/>
      <dgm:spPr/>
    </dgm:pt>
    <dgm:pt modelId="{0EC19CD8-5A2C-46C7-B5E7-58F987C3E747}" type="pres">
      <dgm:prSet presAssocID="{331C46FA-C6EB-44C0-A0E9-64425C9E2E1E}" presName="theInnerList" presStyleCnt="0"/>
      <dgm:spPr/>
    </dgm:pt>
    <dgm:pt modelId="{2935FD5F-7F12-4A79-8370-E25BD518B41B}" type="pres">
      <dgm:prSet presAssocID="{6E32661C-2077-472D-8A3F-DA8E89943667}" presName="childNode" presStyleLbl="node1" presStyleIdx="0" presStyleCnt="18">
        <dgm:presLayoutVars>
          <dgm:bulletEnabled val="1"/>
        </dgm:presLayoutVars>
      </dgm:prSet>
      <dgm:spPr/>
    </dgm:pt>
    <dgm:pt modelId="{5A0C9C2C-0C29-489E-BF25-E9CFB05131F9}" type="pres">
      <dgm:prSet presAssocID="{6E32661C-2077-472D-8A3F-DA8E89943667}" presName="aSpace2" presStyleCnt="0"/>
      <dgm:spPr/>
    </dgm:pt>
    <dgm:pt modelId="{34B070EF-AC5F-4357-8CBF-DC5DA2885E34}" type="pres">
      <dgm:prSet presAssocID="{37025243-E295-464D-9C18-4EFCEA455CC6}" presName="childNode" presStyleLbl="node1" presStyleIdx="1" presStyleCnt="18">
        <dgm:presLayoutVars>
          <dgm:bulletEnabled val="1"/>
        </dgm:presLayoutVars>
      </dgm:prSet>
      <dgm:spPr/>
    </dgm:pt>
    <dgm:pt modelId="{817BA399-F260-4205-A250-35640D3FA51A}" type="pres">
      <dgm:prSet presAssocID="{37025243-E295-464D-9C18-4EFCEA455CC6}" presName="aSpace2" presStyleCnt="0"/>
      <dgm:spPr/>
    </dgm:pt>
    <dgm:pt modelId="{EE1EE020-A33C-42D8-9EB4-A4C78B02FBEA}" type="pres">
      <dgm:prSet presAssocID="{A5A9D143-C8C7-4D47-9159-74D10B98CA22}" presName="childNode" presStyleLbl="node1" presStyleIdx="2" presStyleCnt="18">
        <dgm:presLayoutVars>
          <dgm:bulletEnabled val="1"/>
        </dgm:presLayoutVars>
      </dgm:prSet>
      <dgm:spPr/>
    </dgm:pt>
    <dgm:pt modelId="{F0AA5341-F1BB-453A-A3EE-06328D4ED56A}" type="pres">
      <dgm:prSet presAssocID="{A5A9D143-C8C7-4D47-9159-74D10B98CA22}" presName="aSpace2" presStyleCnt="0"/>
      <dgm:spPr/>
    </dgm:pt>
    <dgm:pt modelId="{25588BC8-600C-4CAC-9316-4DB94E14A628}" type="pres">
      <dgm:prSet presAssocID="{F57287D5-F324-4956-B936-3514740EF41E}" presName="childNode" presStyleLbl="node1" presStyleIdx="3" presStyleCnt="18">
        <dgm:presLayoutVars>
          <dgm:bulletEnabled val="1"/>
        </dgm:presLayoutVars>
      </dgm:prSet>
      <dgm:spPr/>
    </dgm:pt>
    <dgm:pt modelId="{ECCFF719-754B-4C73-8233-B62E6667E5AF}" type="pres">
      <dgm:prSet presAssocID="{331C46FA-C6EB-44C0-A0E9-64425C9E2E1E}" presName="aSpace" presStyleCnt="0"/>
      <dgm:spPr/>
    </dgm:pt>
    <dgm:pt modelId="{6AB30674-2F05-40A7-9CC1-D2A9785FBC21}" type="pres">
      <dgm:prSet presAssocID="{41B4725D-D16E-44C8-B444-92F75CB94CB0}" presName="compNode" presStyleCnt="0"/>
      <dgm:spPr/>
    </dgm:pt>
    <dgm:pt modelId="{E2FAC5B2-7FFA-4C2F-A003-57608814F050}" type="pres">
      <dgm:prSet presAssocID="{41B4725D-D16E-44C8-B444-92F75CB94CB0}" presName="aNode" presStyleLbl="bgShp" presStyleIdx="1" presStyleCnt="6"/>
      <dgm:spPr/>
    </dgm:pt>
    <dgm:pt modelId="{30B5F3C7-B86F-404F-9EF8-F8ED09BC7331}" type="pres">
      <dgm:prSet presAssocID="{41B4725D-D16E-44C8-B444-92F75CB94CB0}" presName="textNode" presStyleLbl="bgShp" presStyleIdx="1" presStyleCnt="6"/>
      <dgm:spPr/>
    </dgm:pt>
    <dgm:pt modelId="{7E78F32E-D80F-48CD-93DE-EEB78F62A08B}" type="pres">
      <dgm:prSet presAssocID="{41B4725D-D16E-44C8-B444-92F75CB94CB0}" presName="compChildNode" presStyleCnt="0"/>
      <dgm:spPr/>
    </dgm:pt>
    <dgm:pt modelId="{B4995AA4-86DF-4EE4-835E-46664D2C0A63}" type="pres">
      <dgm:prSet presAssocID="{41B4725D-D16E-44C8-B444-92F75CB94CB0}" presName="theInnerList" presStyleCnt="0"/>
      <dgm:spPr/>
    </dgm:pt>
    <dgm:pt modelId="{08F58347-CA25-481A-B2BD-6FB755BA7F5C}" type="pres">
      <dgm:prSet presAssocID="{5296BCEB-D68D-454E-B9BD-6D9FEE67A88F}" presName="childNode" presStyleLbl="node1" presStyleIdx="4" presStyleCnt="18">
        <dgm:presLayoutVars>
          <dgm:bulletEnabled val="1"/>
        </dgm:presLayoutVars>
      </dgm:prSet>
      <dgm:spPr/>
    </dgm:pt>
    <dgm:pt modelId="{F086729C-133C-410A-AB2C-E3E989399A7F}" type="pres">
      <dgm:prSet presAssocID="{5296BCEB-D68D-454E-B9BD-6D9FEE67A88F}" presName="aSpace2" presStyleCnt="0"/>
      <dgm:spPr/>
    </dgm:pt>
    <dgm:pt modelId="{02504CA6-4825-439E-9B7A-7B408DCC4394}" type="pres">
      <dgm:prSet presAssocID="{7B4C1D4B-1A75-47C0-843E-9C433011B958}" presName="childNode" presStyleLbl="node1" presStyleIdx="5" presStyleCnt="18">
        <dgm:presLayoutVars>
          <dgm:bulletEnabled val="1"/>
        </dgm:presLayoutVars>
      </dgm:prSet>
      <dgm:spPr/>
    </dgm:pt>
    <dgm:pt modelId="{8E1BC7B0-C51E-4150-B21B-023696703B3F}" type="pres">
      <dgm:prSet presAssocID="{7B4C1D4B-1A75-47C0-843E-9C433011B958}" presName="aSpace2" presStyleCnt="0"/>
      <dgm:spPr/>
    </dgm:pt>
    <dgm:pt modelId="{B307E7C7-6A51-4F86-A203-9F39B4ACF8EB}" type="pres">
      <dgm:prSet presAssocID="{AC47E49B-450B-4062-873A-2B59F50ECE96}" presName="childNode" presStyleLbl="node1" presStyleIdx="6" presStyleCnt="18">
        <dgm:presLayoutVars>
          <dgm:bulletEnabled val="1"/>
        </dgm:presLayoutVars>
      </dgm:prSet>
      <dgm:spPr/>
    </dgm:pt>
    <dgm:pt modelId="{5E807C7E-A591-4A31-BAFD-B5D7083282F3}" type="pres">
      <dgm:prSet presAssocID="{41B4725D-D16E-44C8-B444-92F75CB94CB0}" presName="aSpace" presStyleCnt="0"/>
      <dgm:spPr/>
    </dgm:pt>
    <dgm:pt modelId="{A58C9052-C962-424E-A46D-EDEF3A8C6BA7}" type="pres">
      <dgm:prSet presAssocID="{BBCA530C-54FD-44E0-9D5F-FC513EE67609}" presName="compNode" presStyleCnt="0"/>
      <dgm:spPr/>
    </dgm:pt>
    <dgm:pt modelId="{5806E2BD-EE84-485F-BD07-6C5A73E6A443}" type="pres">
      <dgm:prSet presAssocID="{BBCA530C-54FD-44E0-9D5F-FC513EE67609}" presName="aNode" presStyleLbl="bgShp" presStyleIdx="2" presStyleCnt="6"/>
      <dgm:spPr/>
    </dgm:pt>
    <dgm:pt modelId="{CDEFA8DA-9401-4F7A-BE17-96DDB80D1CA5}" type="pres">
      <dgm:prSet presAssocID="{BBCA530C-54FD-44E0-9D5F-FC513EE67609}" presName="textNode" presStyleLbl="bgShp" presStyleIdx="2" presStyleCnt="6"/>
      <dgm:spPr/>
    </dgm:pt>
    <dgm:pt modelId="{6C70ACDD-E1A6-46F1-8871-E0CE013945F9}" type="pres">
      <dgm:prSet presAssocID="{BBCA530C-54FD-44E0-9D5F-FC513EE67609}" presName="compChildNode" presStyleCnt="0"/>
      <dgm:spPr/>
    </dgm:pt>
    <dgm:pt modelId="{B3A5CFD2-903C-4CA4-8154-8328E4F3278B}" type="pres">
      <dgm:prSet presAssocID="{BBCA530C-54FD-44E0-9D5F-FC513EE67609}" presName="theInnerList" presStyleCnt="0"/>
      <dgm:spPr/>
    </dgm:pt>
    <dgm:pt modelId="{2DC43506-0F62-49B6-A832-F40621E041C9}" type="pres">
      <dgm:prSet presAssocID="{01E87ADD-C572-4791-9F46-BCE71A97055D}" presName="childNode" presStyleLbl="node1" presStyleIdx="7" presStyleCnt="18">
        <dgm:presLayoutVars>
          <dgm:bulletEnabled val="1"/>
        </dgm:presLayoutVars>
      </dgm:prSet>
      <dgm:spPr/>
    </dgm:pt>
    <dgm:pt modelId="{1DED8078-FE86-497D-A58F-4E8AB0E39131}" type="pres">
      <dgm:prSet presAssocID="{01E87ADD-C572-4791-9F46-BCE71A97055D}" presName="aSpace2" presStyleCnt="0"/>
      <dgm:spPr/>
    </dgm:pt>
    <dgm:pt modelId="{D0418004-A4CF-44A6-AFF1-CAE83C5B6A2D}" type="pres">
      <dgm:prSet presAssocID="{0A96223E-BD78-4F6E-8673-00FFE375882C}" presName="childNode" presStyleLbl="node1" presStyleIdx="8" presStyleCnt="18">
        <dgm:presLayoutVars>
          <dgm:bulletEnabled val="1"/>
        </dgm:presLayoutVars>
      </dgm:prSet>
      <dgm:spPr/>
    </dgm:pt>
    <dgm:pt modelId="{256EC86A-17C7-49F8-B22F-DEDFAC165374}" type="pres">
      <dgm:prSet presAssocID="{BBCA530C-54FD-44E0-9D5F-FC513EE67609}" presName="aSpace" presStyleCnt="0"/>
      <dgm:spPr/>
    </dgm:pt>
    <dgm:pt modelId="{7CAF5643-5A65-4D11-8B81-5E46F8BF1EB3}" type="pres">
      <dgm:prSet presAssocID="{3228CA26-0965-4EB0-8F05-71ACB55C0B28}" presName="compNode" presStyleCnt="0"/>
      <dgm:spPr/>
    </dgm:pt>
    <dgm:pt modelId="{31F2FF6D-FC12-40B0-B2EB-60F89215E970}" type="pres">
      <dgm:prSet presAssocID="{3228CA26-0965-4EB0-8F05-71ACB55C0B28}" presName="aNode" presStyleLbl="bgShp" presStyleIdx="3" presStyleCnt="6"/>
      <dgm:spPr/>
    </dgm:pt>
    <dgm:pt modelId="{451CABF0-E373-46C2-8FEF-009D6AA0F8BC}" type="pres">
      <dgm:prSet presAssocID="{3228CA26-0965-4EB0-8F05-71ACB55C0B28}" presName="textNode" presStyleLbl="bgShp" presStyleIdx="3" presStyleCnt="6"/>
      <dgm:spPr/>
    </dgm:pt>
    <dgm:pt modelId="{7ED9ACD3-19EE-4C90-8566-B44C581DB57E}" type="pres">
      <dgm:prSet presAssocID="{3228CA26-0965-4EB0-8F05-71ACB55C0B28}" presName="compChildNode" presStyleCnt="0"/>
      <dgm:spPr/>
    </dgm:pt>
    <dgm:pt modelId="{D8C43905-BF53-4AA9-9E58-0F1BC0374490}" type="pres">
      <dgm:prSet presAssocID="{3228CA26-0965-4EB0-8F05-71ACB55C0B28}" presName="theInnerList" presStyleCnt="0"/>
      <dgm:spPr/>
    </dgm:pt>
    <dgm:pt modelId="{57B52D39-5E62-4EF4-A38E-364A2C0BEFC9}" type="pres">
      <dgm:prSet presAssocID="{B2782B1D-EA5E-49F8-8865-995BC33518F3}" presName="childNode" presStyleLbl="node1" presStyleIdx="9" presStyleCnt="18">
        <dgm:presLayoutVars>
          <dgm:bulletEnabled val="1"/>
        </dgm:presLayoutVars>
      </dgm:prSet>
      <dgm:spPr/>
    </dgm:pt>
    <dgm:pt modelId="{4F1B544D-1B31-47BD-9C5B-9A1070152025}" type="pres">
      <dgm:prSet presAssocID="{B2782B1D-EA5E-49F8-8865-995BC33518F3}" presName="aSpace2" presStyleCnt="0"/>
      <dgm:spPr/>
    </dgm:pt>
    <dgm:pt modelId="{5255CBCB-3249-4371-AAF9-33AC4CD655DF}" type="pres">
      <dgm:prSet presAssocID="{074AE8F1-AC8F-47BB-8328-2C1707FA4FE4}" presName="childNode" presStyleLbl="node1" presStyleIdx="10" presStyleCnt="18">
        <dgm:presLayoutVars>
          <dgm:bulletEnabled val="1"/>
        </dgm:presLayoutVars>
      </dgm:prSet>
      <dgm:spPr/>
    </dgm:pt>
    <dgm:pt modelId="{15B0C4CE-3664-449B-AD62-644CF2709EBD}" type="pres">
      <dgm:prSet presAssocID="{074AE8F1-AC8F-47BB-8328-2C1707FA4FE4}" presName="aSpace2" presStyleCnt="0"/>
      <dgm:spPr/>
    </dgm:pt>
    <dgm:pt modelId="{02901E43-A849-4479-8621-852AEC99B724}" type="pres">
      <dgm:prSet presAssocID="{65D39D39-10BF-4677-A60A-C67A737A2D97}" presName="childNode" presStyleLbl="node1" presStyleIdx="11" presStyleCnt="18">
        <dgm:presLayoutVars>
          <dgm:bulletEnabled val="1"/>
        </dgm:presLayoutVars>
      </dgm:prSet>
      <dgm:spPr/>
    </dgm:pt>
    <dgm:pt modelId="{248D664C-ABFA-4361-B542-48EA73686E57}" type="pres">
      <dgm:prSet presAssocID="{3228CA26-0965-4EB0-8F05-71ACB55C0B28}" presName="aSpace" presStyleCnt="0"/>
      <dgm:spPr/>
    </dgm:pt>
    <dgm:pt modelId="{AC04FC3F-ECA4-44C5-8B7F-4711129235C3}" type="pres">
      <dgm:prSet presAssocID="{4E84A86C-5CFB-4BF6-9391-75416F455C0B}" presName="compNode" presStyleCnt="0"/>
      <dgm:spPr/>
    </dgm:pt>
    <dgm:pt modelId="{E0B4303C-AAEE-4D06-9B24-F751272B4116}" type="pres">
      <dgm:prSet presAssocID="{4E84A86C-5CFB-4BF6-9391-75416F455C0B}" presName="aNode" presStyleLbl="bgShp" presStyleIdx="4" presStyleCnt="6"/>
      <dgm:spPr/>
    </dgm:pt>
    <dgm:pt modelId="{13783B3E-18DB-4D28-A08E-0C871F5E5618}" type="pres">
      <dgm:prSet presAssocID="{4E84A86C-5CFB-4BF6-9391-75416F455C0B}" presName="textNode" presStyleLbl="bgShp" presStyleIdx="4" presStyleCnt="6"/>
      <dgm:spPr/>
    </dgm:pt>
    <dgm:pt modelId="{3281BF87-B7BD-4D80-9814-2A7F76BA488A}" type="pres">
      <dgm:prSet presAssocID="{4E84A86C-5CFB-4BF6-9391-75416F455C0B}" presName="compChildNode" presStyleCnt="0"/>
      <dgm:spPr/>
    </dgm:pt>
    <dgm:pt modelId="{4B9C76AD-F13D-46F9-9423-9D106BD744CF}" type="pres">
      <dgm:prSet presAssocID="{4E84A86C-5CFB-4BF6-9391-75416F455C0B}" presName="theInnerList" presStyleCnt="0"/>
      <dgm:spPr/>
    </dgm:pt>
    <dgm:pt modelId="{D8E2D305-D4BE-4196-82A3-2509BDF1FB24}" type="pres">
      <dgm:prSet presAssocID="{C9CCDA75-04C0-49A0-B7A4-5FE8456FAA5A}" presName="childNode" presStyleLbl="node1" presStyleIdx="12" presStyleCnt="18">
        <dgm:presLayoutVars>
          <dgm:bulletEnabled val="1"/>
        </dgm:presLayoutVars>
      </dgm:prSet>
      <dgm:spPr/>
    </dgm:pt>
    <dgm:pt modelId="{3C409A8D-0D13-4E94-91CB-45A6A5876CF0}" type="pres">
      <dgm:prSet presAssocID="{C9CCDA75-04C0-49A0-B7A4-5FE8456FAA5A}" presName="aSpace2" presStyleCnt="0"/>
      <dgm:spPr/>
    </dgm:pt>
    <dgm:pt modelId="{FC896E38-D6A2-4B0C-95BC-0956FF22690D}" type="pres">
      <dgm:prSet presAssocID="{BD05A16C-2AC4-40BD-96D1-AB2179BF6030}" presName="childNode" presStyleLbl="node1" presStyleIdx="13" presStyleCnt="18">
        <dgm:presLayoutVars>
          <dgm:bulletEnabled val="1"/>
        </dgm:presLayoutVars>
      </dgm:prSet>
      <dgm:spPr/>
    </dgm:pt>
    <dgm:pt modelId="{4CD0FB9F-7BA5-409C-A7F2-86C7BD5F5F50}" type="pres">
      <dgm:prSet presAssocID="{BD05A16C-2AC4-40BD-96D1-AB2179BF6030}" presName="aSpace2" presStyleCnt="0"/>
      <dgm:spPr/>
    </dgm:pt>
    <dgm:pt modelId="{4DD64D61-9641-43E2-952A-453047CAEF88}" type="pres">
      <dgm:prSet presAssocID="{7F0E19AA-44C6-490D-BFA9-27B620F67E46}" presName="childNode" presStyleLbl="node1" presStyleIdx="14" presStyleCnt="18">
        <dgm:presLayoutVars>
          <dgm:bulletEnabled val="1"/>
        </dgm:presLayoutVars>
      </dgm:prSet>
      <dgm:spPr/>
    </dgm:pt>
    <dgm:pt modelId="{803BFCDB-A028-455A-81AA-6CE492AF8A69}" type="pres">
      <dgm:prSet presAssocID="{4E84A86C-5CFB-4BF6-9391-75416F455C0B}" presName="aSpace" presStyleCnt="0"/>
      <dgm:spPr/>
    </dgm:pt>
    <dgm:pt modelId="{7DCE257C-D921-4FD8-9042-5AEBA0C1377E}" type="pres">
      <dgm:prSet presAssocID="{A5F7A30A-7F9A-4C99-B1BF-E240F8CEC110}" presName="compNode" presStyleCnt="0"/>
      <dgm:spPr/>
    </dgm:pt>
    <dgm:pt modelId="{1B71A6EF-E72C-4604-9BC7-6FE6D07FC7BD}" type="pres">
      <dgm:prSet presAssocID="{A5F7A30A-7F9A-4C99-B1BF-E240F8CEC110}" presName="aNode" presStyleLbl="bgShp" presStyleIdx="5" presStyleCnt="6"/>
      <dgm:spPr/>
    </dgm:pt>
    <dgm:pt modelId="{A36D5A8B-2E15-4F99-814F-3EBFB62B61A6}" type="pres">
      <dgm:prSet presAssocID="{A5F7A30A-7F9A-4C99-B1BF-E240F8CEC110}" presName="textNode" presStyleLbl="bgShp" presStyleIdx="5" presStyleCnt="6"/>
      <dgm:spPr/>
    </dgm:pt>
    <dgm:pt modelId="{F3D558EF-6A01-4D1E-BEE7-75A9C798EEB2}" type="pres">
      <dgm:prSet presAssocID="{A5F7A30A-7F9A-4C99-B1BF-E240F8CEC110}" presName="compChildNode" presStyleCnt="0"/>
      <dgm:spPr/>
    </dgm:pt>
    <dgm:pt modelId="{F7FA28D3-8DDA-4906-BDF2-776F719F33EF}" type="pres">
      <dgm:prSet presAssocID="{A5F7A30A-7F9A-4C99-B1BF-E240F8CEC110}" presName="theInnerList" presStyleCnt="0"/>
      <dgm:spPr/>
    </dgm:pt>
    <dgm:pt modelId="{B6705F6D-D2DB-47C2-A49B-DE44B2C8911A}" type="pres">
      <dgm:prSet presAssocID="{0D9DE518-6601-42A0-99A8-7531FDAB0367}" presName="childNode" presStyleLbl="node1" presStyleIdx="15" presStyleCnt="18">
        <dgm:presLayoutVars>
          <dgm:bulletEnabled val="1"/>
        </dgm:presLayoutVars>
      </dgm:prSet>
      <dgm:spPr/>
    </dgm:pt>
    <dgm:pt modelId="{E75ADEAA-2C73-49B5-AEA3-4796DDE3D9A5}" type="pres">
      <dgm:prSet presAssocID="{0D9DE518-6601-42A0-99A8-7531FDAB0367}" presName="aSpace2" presStyleCnt="0"/>
      <dgm:spPr/>
    </dgm:pt>
    <dgm:pt modelId="{01510350-84C5-4742-8210-1F10396E7ECB}" type="pres">
      <dgm:prSet presAssocID="{3E79DAED-6D4A-4D17-B62A-A3813D597DCF}" presName="childNode" presStyleLbl="node1" presStyleIdx="16" presStyleCnt="18">
        <dgm:presLayoutVars>
          <dgm:bulletEnabled val="1"/>
        </dgm:presLayoutVars>
      </dgm:prSet>
      <dgm:spPr/>
    </dgm:pt>
    <dgm:pt modelId="{24834BF3-F15D-42CB-98CB-EA5D2089F167}" type="pres">
      <dgm:prSet presAssocID="{3E79DAED-6D4A-4D17-B62A-A3813D597DCF}" presName="aSpace2" presStyleCnt="0"/>
      <dgm:spPr/>
    </dgm:pt>
    <dgm:pt modelId="{F2E7E266-8BD9-4D81-990E-5FCBF8B5F327}" type="pres">
      <dgm:prSet presAssocID="{1AC0363F-CEB9-4C0E-9920-924F8485C9A9}" presName="childNode" presStyleLbl="node1" presStyleIdx="17" presStyleCnt="18">
        <dgm:presLayoutVars>
          <dgm:bulletEnabled val="1"/>
        </dgm:presLayoutVars>
      </dgm:prSet>
      <dgm:spPr/>
    </dgm:pt>
  </dgm:ptLst>
  <dgm:cxnLst>
    <dgm:cxn modelId="{93D30E02-B6D1-4959-A13C-CA8F527B3CA2}" type="presOf" srcId="{7B4C1D4B-1A75-47C0-843E-9C433011B958}" destId="{02504CA6-4825-439E-9B7A-7B408DCC4394}" srcOrd="0" destOrd="0" presId="urn:microsoft.com/office/officeart/2005/8/layout/lProcess2"/>
    <dgm:cxn modelId="{EEDD4B03-4CEF-4BE1-BA43-B23930D850D3}" srcId="{16E28777-9D6E-412A-AD46-75D7F7C2EF32}" destId="{A5F7A30A-7F9A-4C99-B1BF-E240F8CEC110}" srcOrd="5" destOrd="0" parTransId="{ECFD066D-319B-4039-8104-3EC95226DBB3}" sibTransId="{C9E7DDFC-7E34-4E93-A9B0-5F9BA9B26FD5}"/>
    <dgm:cxn modelId="{D121990A-E557-4440-98D3-AF0295CA028F}" type="presOf" srcId="{0A96223E-BD78-4F6E-8673-00FFE375882C}" destId="{D0418004-A4CF-44A6-AFF1-CAE83C5B6A2D}" srcOrd="0" destOrd="0" presId="urn:microsoft.com/office/officeart/2005/8/layout/lProcess2"/>
    <dgm:cxn modelId="{BD393C0E-9DA5-4048-851B-922CC52DF2D5}" srcId="{3228CA26-0965-4EB0-8F05-71ACB55C0B28}" destId="{65D39D39-10BF-4677-A60A-C67A737A2D97}" srcOrd="2" destOrd="0" parTransId="{0EEC2E88-7E3B-4C64-89D2-E7B8483E2651}" sibTransId="{ED34F9B7-BD0D-41C3-B3AB-0B206A705C44}"/>
    <dgm:cxn modelId="{96392519-F885-41EC-B7C5-DF40B0477938}" type="presOf" srcId="{BBCA530C-54FD-44E0-9D5F-FC513EE67609}" destId="{CDEFA8DA-9401-4F7A-BE17-96DDB80D1CA5}" srcOrd="1" destOrd="0" presId="urn:microsoft.com/office/officeart/2005/8/layout/lProcess2"/>
    <dgm:cxn modelId="{6758F61B-188D-4338-93CA-287085B2FD40}" srcId="{4E84A86C-5CFB-4BF6-9391-75416F455C0B}" destId="{7F0E19AA-44C6-490D-BFA9-27B620F67E46}" srcOrd="2" destOrd="0" parTransId="{BFBA32F6-2779-47CD-AADB-DA3D424638A7}" sibTransId="{4476EFC4-707F-448F-B8E9-63906DBAB896}"/>
    <dgm:cxn modelId="{41C32A1E-CDB5-4A23-BE8B-3C4EED88F3C6}" srcId="{41B4725D-D16E-44C8-B444-92F75CB94CB0}" destId="{5296BCEB-D68D-454E-B9BD-6D9FEE67A88F}" srcOrd="0" destOrd="0" parTransId="{B3CF97F0-E384-4FBF-891F-7332B4A4C1BC}" sibTransId="{2ACE6ACD-8F2E-4DF5-9D1F-6605FFFEDE29}"/>
    <dgm:cxn modelId="{15600720-6BE3-4831-83CE-4B9CB5F80FC6}" srcId="{41B4725D-D16E-44C8-B444-92F75CB94CB0}" destId="{AC47E49B-450B-4062-873A-2B59F50ECE96}" srcOrd="2" destOrd="0" parTransId="{3EADF2CF-5D5B-47DA-AD33-46CDB87B29E1}" sibTransId="{56C9615C-E8E4-43E1-B4CD-3741CE837A80}"/>
    <dgm:cxn modelId="{19434F21-79DF-451C-A20E-0C1DD15304E8}" type="presOf" srcId="{C9CCDA75-04C0-49A0-B7A4-5FE8456FAA5A}" destId="{D8E2D305-D4BE-4196-82A3-2509BDF1FB24}" srcOrd="0" destOrd="0" presId="urn:microsoft.com/office/officeart/2005/8/layout/lProcess2"/>
    <dgm:cxn modelId="{3ADE3B26-CBB4-4E72-AECC-0BC5F344D9A0}" type="presOf" srcId="{41B4725D-D16E-44C8-B444-92F75CB94CB0}" destId="{E2FAC5B2-7FFA-4C2F-A003-57608814F050}" srcOrd="0" destOrd="0" presId="urn:microsoft.com/office/officeart/2005/8/layout/lProcess2"/>
    <dgm:cxn modelId="{1F533528-F2FC-4DE8-9E88-456D49D47E8A}" srcId="{3228CA26-0965-4EB0-8F05-71ACB55C0B28}" destId="{074AE8F1-AC8F-47BB-8328-2C1707FA4FE4}" srcOrd="1" destOrd="0" parTransId="{C875A8C3-BBED-4CE5-BBCE-18772931AE6F}" sibTransId="{3DA40876-DB0F-4101-8743-20CB4CA774D8}"/>
    <dgm:cxn modelId="{71C8B82B-A5AB-452E-998E-E53D5D67B475}" srcId="{4E84A86C-5CFB-4BF6-9391-75416F455C0B}" destId="{BD05A16C-2AC4-40BD-96D1-AB2179BF6030}" srcOrd="1" destOrd="0" parTransId="{5030294C-B70E-4332-95FE-F241F712C4A6}" sibTransId="{8777F3F6-6725-41A6-B0C2-211AEFA2E565}"/>
    <dgm:cxn modelId="{9FDE1B2F-9ACF-49A6-89CA-E68BB17DBEE4}" type="presOf" srcId="{3228CA26-0965-4EB0-8F05-71ACB55C0B28}" destId="{451CABF0-E373-46C2-8FEF-009D6AA0F8BC}" srcOrd="1" destOrd="0" presId="urn:microsoft.com/office/officeart/2005/8/layout/lProcess2"/>
    <dgm:cxn modelId="{DE1B6A35-BEEE-4105-BE99-F86F1C149350}" srcId="{16E28777-9D6E-412A-AD46-75D7F7C2EF32}" destId="{41B4725D-D16E-44C8-B444-92F75CB94CB0}" srcOrd="1" destOrd="0" parTransId="{5927AA7C-EFF2-43D6-8674-5ACD993D599D}" sibTransId="{3A6E844D-209B-4852-B211-487BA7D0CB07}"/>
    <dgm:cxn modelId="{CAE3583A-03DE-4795-8D0B-B74D2CA8967B}" type="presOf" srcId="{7F0E19AA-44C6-490D-BFA9-27B620F67E46}" destId="{4DD64D61-9641-43E2-952A-453047CAEF88}" srcOrd="0" destOrd="0" presId="urn:microsoft.com/office/officeart/2005/8/layout/lProcess2"/>
    <dgm:cxn modelId="{B7E8665E-F3DE-47E2-A243-536229701DC1}" type="presOf" srcId="{B2782B1D-EA5E-49F8-8865-995BC33518F3}" destId="{57B52D39-5E62-4EF4-A38E-364A2C0BEFC9}" srcOrd="0" destOrd="0" presId="urn:microsoft.com/office/officeart/2005/8/layout/lProcess2"/>
    <dgm:cxn modelId="{D3F71961-14F2-4BA4-A9B9-CD1DF37B1913}" type="presOf" srcId="{5296BCEB-D68D-454E-B9BD-6D9FEE67A88F}" destId="{08F58347-CA25-481A-B2BD-6FB755BA7F5C}" srcOrd="0" destOrd="0" presId="urn:microsoft.com/office/officeart/2005/8/layout/lProcess2"/>
    <dgm:cxn modelId="{8EFA3066-5860-46CB-9E9E-ECFE7F353432}" srcId="{A5F7A30A-7F9A-4C99-B1BF-E240F8CEC110}" destId="{3E79DAED-6D4A-4D17-B62A-A3813D597DCF}" srcOrd="1" destOrd="0" parTransId="{F97A8638-8524-476E-BC7E-326F6FD6BC08}" sibTransId="{A706B91F-9433-46AD-85C5-9C680A7CE1EC}"/>
    <dgm:cxn modelId="{EA7C5568-63D2-484C-A0ED-164BFAC27C1D}" type="presOf" srcId="{01E87ADD-C572-4791-9F46-BCE71A97055D}" destId="{2DC43506-0F62-49B6-A832-F40621E041C9}" srcOrd="0" destOrd="0" presId="urn:microsoft.com/office/officeart/2005/8/layout/lProcess2"/>
    <dgm:cxn modelId="{79FDF369-7E74-4403-B6DD-631D073EFD64}" type="presOf" srcId="{3228CA26-0965-4EB0-8F05-71ACB55C0B28}" destId="{31F2FF6D-FC12-40B0-B2EB-60F89215E970}" srcOrd="0" destOrd="0" presId="urn:microsoft.com/office/officeart/2005/8/layout/lProcess2"/>
    <dgm:cxn modelId="{FFD5664A-19D0-44A8-8FC2-EF74C5A6964B}" type="presOf" srcId="{331C46FA-C6EB-44C0-A0E9-64425C9E2E1E}" destId="{3173AB51-9EEB-4C44-8660-E3399B1D2C8B}" srcOrd="0" destOrd="0" presId="urn:microsoft.com/office/officeart/2005/8/layout/lProcess2"/>
    <dgm:cxn modelId="{42264A6C-C866-40E2-87A5-50C017F6AEFF}" type="presOf" srcId="{3E79DAED-6D4A-4D17-B62A-A3813D597DCF}" destId="{01510350-84C5-4742-8210-1F10396E7ECB}" srcOrd="0" destOrd="0" presId="urn:microsoft.com/office/officeart/2005/8/layout/lProcess2"/>
    <dgm:cxn modelId="{1CA1F46C-2DBD-453C-8D57-EB1362280480}" type="presOf" srcId="{0D9DE518-6601-42A0-99A8-7531FDAB0367}" destId="{B6705F6D-D2DB-47C2-A49B-DE44B2C8911A}" srcOrd="0" destOrd="0" presId="urn:microsoft.com/office/officeart/2005/8/layout/lProcess2"/>
    <dgm:cxn modelId="{84A9C44D-56AB-4724-BCAA-516E107150FF}" type="presOf" srcId="{331C46FA-C6EB-44C0-A0E9-64425C9E2E1E}" destId="{27EBB913-A2B1-4780-B54A-567D0E874B31}" srcOrd="1" destOrd="0" presId="urn:microsoft.com/office/officeart/2005/8/layout/lProcess2"/>
    <dgm:cxn modelId="{3099484F-D2B9-4978-A74F-2421163BB207}" type="presOf" srcId="{BBCA530C-54FD-44E0-9D5F-FC513EE67609}" destId="{5806E2BD-EE84-485F-BD07-6C5A73E6A443}" srcOrd="0" destOrd="0" presId="urn:microsoft.com/office/officeart/2005/8/layout/lProcess2"/>
    <dgm:cxn modelId="{F4D16350-D014-4DD2-B7E2-32EF92F0D781}" type="presOf" srcId="{F57287D5-F324-4956-B936-3514740EF41E}" destId="{25588BC8-600C-4CAC-9316-4DB94E14A628}" srcOrd="0" destOrd="0" presId="urn:microsoft.com/office/officeart/2005/8/layout/lProcess2"/>
    <dgm:cxn modelId="{5B002F75-66E6-45FA-9E16-B8F1A7DAA6A9}" srcId="{4E84A86C-5CFB-4BF6-9391-75416F455C0B}" destId="{C9CCDA75-04C0-49A0-B7A4-5FE8456FAA5A}" srcOrd="0" destOrd="0" parTransId="{14B199E5-AC91-4374-808F-ECC5D707223E}" sibTransId="{4A528F30-D16E-4814-811F-471B5DA3288C}"/>
    <dgm:cxn modelId="{E19E6A75-71FB-45EF-B1DB-9F41ED1CCE4F}" srcId="{A5F7A30A-7F9A-4C99-B1BF-E240F8CEC110}" destId="{0D9DE518-6601-42A0-99A8-7531FDAB0367}" srcOrd="0" destOrd="0" parTransId="{9A2A2EEF-4CC6-4E59-95FD-5EA3B96F9386}" sibTransId="{A562F899-70C4-4A21-9595-C77D62CE5CD1}"/>
    <dgm:cxn modelId="{FE912E7C-33A3-4C92-BD3B-59E8602B9C87}" type="presOf" srcId="{6E32661C-2077-472D-8A3F-DA8E89943667}" destId="{2935FD5F-7F12-4A79-8370-E25BD518B41B}" srcOrd="0" destOrd="0" presId="urn:microsoft.com/office/officeart/2005/8/layout/lProcess2"/>
    <dgm:cxn modelId="{B571AB7C-A197-4A9E-9781-8497A9BAE7A1}" srcId="{331C46FA-C6EB-44C0-A0E9-64425C9E2E1E}" destId="{F57287D5-F324-4956-B936-3514740EF41E}" srcOrd="3" destOrd="0" parTransId="{9617EF2F-A388-4417-B6F6-260ED7A87ED7}" sibTransId="{CCC0A879-1A0A-449B-8824-F1F8AD8A2B3E}"/>
    <dgm:cxn modelId="{D0E1507F-79C5-4429-AF2E-763DFD0E467D}" srcId="{BBCA530C-54FD-44E0-9D5F-FC513EE67609}" destId="{0A96223E-BD78-4F6E-8673-00FFE375882C}" srcOrd="1" destOrd="0" parTransId="{891A4983-9EE2-4DA9-A0E0-753E6DCE5AD0}" sibTransId="{4A8E83D0-ECC2-4254-8311-A0413F846AAA}"/>
    <dgm:cxn modelId="{801DBA7F-B930-49B0-9D29-608C21647E9D}" srcId="{331C46FA-C6EB-44C0-A0E9-64425C9E2E1E}" destId="{6E32661C-2077-472D-8A3F-DA8E89943667}" srcOrd="0" destOrd="0" parTransId="{5252DD46-2795-4682-AD9D-EE55BCAD38B3}" sibTransId="{6507F81F-8361-4670-930D-D38D5EB3F068}"/>
    <dgm:cxn modelId="{B5758684-DF04-4062-9AC8-C83534C386B3}" srcId="{41B4725D-D16E-44C8-B444-92F75CB94CB0}" destId="{7B4C1D4B-1A75-47C0-843E-9C433011B958}" srcOrd="1" destOrd="0" parTransId="{EE508717-7CA4-4DE0-A335-B4F2C83FDFF0}" sibTransId="{FE1610D8-ECAF-40C8-B55F-CA56DCD0422D}"/>
    <dgm:cxn modelId="{722ADF8D-0B84-4BED-96E1-F32B7FFBE037}" type="presOf" srcId="{A5A9D143-C8C7-4D47-9159-74D10B98CA22}" destId="{EE1EE020-A33C-42D8-9EB4-A4C78B02FBEA}" srcOrd="0" destOrd="0" presId="urn:microsoft.com/office/officeart/2005/8/layout/lProcess2"/>
    <dgm:cxn modelId="{9E935192-FF3F-43B2-89BC-AFBAB2F4050A}" srcId="{16E28777-9D6E-412A-AD46-75D7F7C2EF32}" destId="{3228CA26-0965-4EB0-8F05-71ACB55C0B28}" srcOrd="3" destOrd="0" parTransId="{328783BD-00B6-48B0-80E4-59228BFEC40C}" sibTransId="{4C70F9AB-843F-4EAE-BC62-2930AC3A4DF3}"/>
    <dgm:cxn modelId="{4E14C694-A078-44DB-87C5-F51515AF3DFA}" type="presOf" srcId="{AC47E49B-450B-4062-873A-2B59F50ECE96}" destId="{B307E7C7-6A51-4F86-A203-9F39B4ACF8EB}" srcOrd="0" destOrd="0" presId="urn:microsoft.com/office/officeart/2005/8/layout/lProcess2"/>
    <dgm:cxn modelId="{D35E8897-3EDA-43DE-99D9-C9F332E7AE93}" srcId="{BBCA530C-54FD-44E0-9D5F-FC513EE67609}" destId="{01E87ADD-C572-4791-9F46-BCE71A97055D}" srcOrd="0" destOrd="0" parTransId="{095CE879-F38C-4011-979E-7BC0F2F5F182}" sibTransId="{D62D6256-5270-4B49-98AD-CC237E9A42E9}"/>
    <dgm:cxn modelId="{9487D1A7-32FA-44E8-B621-10E28DC917E0}" srcId="{331C46FA-C6EB-44C0-A0E9-64425C9E2E1E}" destId="{37025243-E295-464D-9C18-4EFCEA455CC6}" srcOrd="1" destOrd="0" parTransId="{9D6CF227-681A-4745-B8DC-3517642ED6C2}" sibTransId="{D1B44B64-4B49-4C79-827F-75D8294D6C5F}"/>
    <dgm:cxn modelId="{E95E91A8-9886-4AF3-910C-3D0CD14E9FE8}" type="presOf" srcId="{1AC0363F-CEB9-4C0E-9920-924F8485C9A9}" destId="{F2E7E266-8BD9-4D81-990E-5FCBF8B5F327}" srcOrd="0" destOrd="0" presId="urn:microsoft.com/office/officeart/2005/8/layout/lProcess2"/>
    <dgm:cxn modelId="{3D61C2A9-07E5-4027-830E-55CEAE8B1B57}" type="presOf" srcId="{41B4725D-D16E-44C8-B444-92F75CB94CB0}" destId="{30B5F3C7-B86F-404F-9EF8-F8ED09BC7331}" srcOrd="1" destOrd="0" presId="urn:microsoft.com/office/officeart/2005/8/layout/lProcess2"/>
    <dgm:cxn modelId="{9B424AAC-E777-425A-BA43-15EE08983719}" type="presOf" srcId="{65D39D39-10BF-4677-A60A-C67A737A2D97}" destId="{02901E43-A849-4479-8621-852AEC99B724}" srcOrd="0" destOrd="0" presId="urn:microsoft.com/office/officeart/2005/8/layout/lProcess2"/>
    <dgm:cxn modelId="{644265B1-3CD2-43D4-8134-4F49AB477B86}" type="presOf" srcId="{37025243-E295-464D-9C18-4EFCEA455CC6}" destId="{34B070EF-AC5F-4357-8CBF-DC5DA2885E34}" srcOrd="0" destOrd="0" presId="urn:microsoft.com/office/officeart/2005/8/layout/lProcess2"/>
    <dgm:cxn modelId="{64A6EDB7-1092-47A0-855C-3CEF9DA90EE3}" type="presOf" srcId="{16E28777-9D6E-412A-AD46-75D7F7C2EF32}" destId="{C2AA82EA-4C21-497E-8A3F-9FDE035354D1}" srcOrd="0" destOrd="0" presId="urn:microsoft.com/office/officeart/2005/8/layout/lProcess2"/>
    <dgm:cxn modelId="{C520ECBC-1096-461C-A62D-1B5191414FD3}" srcId="{16E28777-9D6E-412A-AD46-75D7F7C2EF32}" destId="{BBCA530C-54FD-44E0-9D5F-FC513EE67609}" srcOrd="2" destOrd="0" parTransId="{1A032607-EFE3-41B1-915D-B85C82F0F729}" sibTransId="{A203632A-91FB-4801-81E2-1139ABB2A403}"/>
    <dgm:cxn modelId="{72D635C0-0893-4B10-9B25-F2D9ED965E2B}" type="presOf" srcId="{4E84A86C-5CFB-4BF6-9391-75416F455C0B}" destId="{13783B3E-18DB-4D28-A08E-0C871F5E5618}" srcOrd="1" destOrd="0" presId="urn:microsoft.com/office/officeart/2005/8/layout/lProcess2"/>
    <dgm:cxn modelId="{7DEF85C2-3313-403D-ADE0-AF6DAE9B0377}" type="presOf" srcId="{BD05A16C-2AC4-40BD-96D1-AB2179BF6030}" destId="{FC896E38-D6A2-4B0C-95BC-0956FF22690D}" srcOrd="0" destOrd="0" presId="urn:microsoft.com/office/officeart/2005/8/layout/lProcess2"/>
    <dgm:cxn modelId="{E53602CA-EDAB-4D8D-8FD2-B112013E6EF2}" srcId="{3228CA26-0965-4EB0-8F05-71ACB55C0B28}" destId="{B2782B1D-EA5E-49F8-8865-995BC33518F3}" srcOrd="0" destOrd="0" parTransId="{B310FF66-DE99-4382-9FC6-9D0F8D147D5F}" sibTransId="{3B736464-3B12-43DF-A7D5-25407CC0EE23}"/>
    <dgm:cxn modelId="{3514D7CF-6362-4FC8-ADE3-976CBE171428}" type="presOf" srcId="{4E84A86C-5CFB-4BF6-9391-75416F455C0B}" destId="{E0B4303C-AAEE-4D06-9B24-F751272B4116}" srcOrd="0" destOrd="0" presId="urn:microsoft.com/office/officeart/2005/8/layout/lProcess2"/>
    <dgm:cxn modelId="{6062FFD3-4931-4AD5-BC92-8213BA4A0A8C}" type="presOf" srcId="{A5F7A30A-7F9A-4C99-B1BF-E240F8CEC110}" destId="{1B71A6EF-E72C-4604-9BC7-6FE6D07FC7BD}" srcOrd="0" destOrd="0" presId="urn:microsoft.com/office/officeart/2005/8/layout/lProcess2"/>
    <dgm:cxn modelId="{C541C4D9-1790-43CA-9965-BF6779A2D7F6}" srcId="{A5F7A30A-7F9A-4C99-B1BF-E240F8CEC110}" destId="{1AC0363F-CEB9-4C0E-9920-924F8485C9A9}" srcOrd="2" destOrd="0" parTransId="{1F4D6940-5DC6-446E-8315-3F99B0578D0C}" sibTransId="{0DC09A2F-D523-446A-9929-5517B130008F}"/>
    <dgm:cxn modelId="{2E86FDDC-E28D-4A5D-9132-8309A669473B}" srcId="{16E28777-9D6E-412A-AD46-75D7F7C2EF32}" destId="{331C46FA-C6EB-44C0-A0E9-64425C9E2E1E}" srcOrd="0" destOrd="0" parTransId="{1AB237E9-73FA-4CB7-B1D5-DA5F8968694E}" sibTransId="{43FAE73B-2608-49D5-A7D9-13D992D3F919}"/>
    <dgm:cxn modelId="{30E9C5DF-85CC-4325-97A6-C68DA009AE50}" srcId="{331C46FA-C6EB-44C0-A0E9-64425C9E2E1E}" destId="{A5A9D143-C8C7-4D47-9159-74D10B98CA22}" srcOrd="2" destOrd="0" parTransId="{ECAA6726-6017-4AF6-AF88-83CF95456FB2}" sibTransId="{787ACAEB-0AA4-4E7C-8E68-3017ECDBEA1E}"/>
    <dgm:cxn modelId="{C7F9F2EA-B41E-4742-B848-34564E05653E}" type="presOf" srcId="{A5F7A30A-7F9A-4C99-B1BF-E240F8CEC110}" destId="{A36D5A8B-2E15-4F99-814F-3EBFB62B61A6}" srcOrd="1" destOrd="0" presId="urn:microsoft.com/office/officeart/2005/8/layout/lProcess2"/>
    <dgm:cxn modelId="{B369F1EF-ABE3-4695-8EFA-F94FC569FACE}" type="presOf" srcId="{074AE8F1-AC8F-47BB-8328-2C1707FA4FE4}" destId="{5255CBCB-3249-4371-AAF9-33AC4CD655DF}" srcOrd="0" destOrd="0" presId="urn:microsoft.com/office/officeart/2005/8/layout/lProcess2"/>
    <dgm:cxn modelId="{81FD1CFF-F6CD-45A8-AA82-A16A8ECB4F6D}" srcId="{16E28777-9D6E-412A-AD46-75D7F7C2EF32}" destId="{4E84A86C-5CFB-4BF6-9391-75416F455C0B}" srcOrd="4" destOrd="0" parTransId="{11CE6532-AF9E-42B3-8158-77274AE7E882}" sibTransId="{003D641B-E87C-4BBD-A3C0-FC088BAAA506}"/>
    <dgm:cxn modelId="{9C549761-6A4B-45A7-AE04-8256E77FBEA9}" type="presParOf" srcId="{C2AA82EA-4C21-497E-8A3F-9FDE035354D1}" destId="{2238E648-47B7-4B13-986D-54D3C3937BD3}" srcOrd="0" destOrd="0" presId="urn:microsoft.com/office/officeart/2005/8/layout/lProcess2"/>
    <dgm:cxn modelId="{DF0DD043-6B2A-4D1D-A3D5-812B42BF0420}" type="presParOf" srcId="{2238E648-47B7-4B13-986D-54D3C3937BD3}" destId="{3173AB51-9EEB-4C44-8660-E3399B1D2C8B}" srcOrd="0" destOrd="0" presId="urn:microsoft.com/office/officeart/2005/8/layout/lProcess2"/>
    <dgm:cxn modelId="{E9AA1A21-EA01-4D58-8567-E3860BCFE912}" type="presParOf" srcId="{2238E648-47B7-4B13-986D-54D3C3937BD3}" destId="{27EBB913-A2B1-4780-B54A-567D0E874B31}" srcOrd="1" destOrd="0" presId="urn:microsoft.com/office/officeart/2005/8/layout/lProcess2"/>
    <dgm:cxn modelId="{AEB1CBBF-689D-4122-9FBF-24ABE864AFC8}" type="presParOf" srcId="{2238E648-47B7-4B13-986D-54D3C3937BD3}" destId="{1335A7C7-8681-4EBD-B9C7-4FC6BFB4FA92}" srcOrd="2" destOrd="0" presId="urn:microsoft.com/office/officeart/2005/8/layout/lProcess2"/>
    <dgm:cxn modelId="{4E25B218-DCE3-4D9F-9307-5C8B65559866}" type="presParOf" srcId="{1335A7C7-8681-4EBD-B9C7-4FC6BFB4FA92}" destId="{0EC19CD8-5A2C-46C7-B5E7-58F987C3E747}" srcOrd="0" destOrd="0" presId="urn:microsoft.com/office/officeart/2005/8/layout/lProcess2"/>
    <dgm:cxn modelId="{DF80F51E-33A6-43A9-B3D1-6047339D6F20}" type="presParOf" srcId="{0EC19CD8-5A2C-46C7-B5E7-58F987C3E747}" destId="{2935FD5F-7F12-4A79-8370-E25BD518B41B}" srcOrd="0" destOrd="0" presId="urn:microsoft.com/office/officeart/2005/8/layout/lProcess2"/>
    <dgm:cxn modelId="{A9E8FDF2-5E09-4E1B-86F8-5FA27C24F830}" type="presParOf" srcId="{0EC19CD8-5A2C-46C7-B5E7-58F987C3E747}" destId="{5A0C9C2C-0C29-489E-BF25-E9CFB05131F9}" srcOrd="1" destOrd="0" presId="urn:microsoft.com/office/officeart/2005/8/layout/lProcess2"/>
    <dgm:cxn modelId="{9BF41622-52BB-4173-9177-1A599DAF5A0C}" type="presParOf" srcId="{0EC19CD8-5A2C-46C7-B5E7-58F987C3E747}" destId="{34B070EF-AC5F-4357-8CBF-DC5DA2885E34}" srcOrd="2" destOrd="0" presId="urn:microsoft.com/office/officeart/2005/8/layout/lProcess2"/>
    <dgm:cxn modelId="{92A5A074-6387-4FE3-BF20-B5BEC9849DB8}" type="presParOf" srcId="{0EC19CD8-5A2C-46C7-B5E7-58F987C3E747}" destId="{817BA399-F260-4205-A250-35640D3FA51A}" srcOrd="3" destOrd="0" presId="urn:microsoft.com/office/officeart/2005/8/layout/lProcess2"/>
    <dgm:cxn modelId="{1A342E58-5608-4E39-A846-5BA248B0D0F3}" type="presParOf" srcId="{0EC19CD8-5A2C-46C7-B5E7-58F987C3E747}" destId="{EE1EE020-A33C-42D8-9EB4-A4C78B02FBEA}" srcOrd="4" destOrd="0" presId="urn:microsoft.com/office/officeart/2005/8/layout/lProcess2"/>
    <dgm:cxn modelId="{983607D3-C694-49F8-8D40-0A22C9713372}" type="presParOf" srcId="{0EC19CD8-5A2C-46C7-B5E7-58F987C3E747}" destId="{F0AA5341-F1BB-453A-A3EE-06328D4ED56A}" srcOrd="5" destOrd="0" presId="urn:microsoft.com/office/officeart/2005/8/layout/lProcess2"/>
    <dgm:cxn modelId="{F669AE40-2C4E-402C-A108-949F7A53F456}" type="presParOf" srcId="{0EC19CD8-5A2C-46C7-B5E7-58F987C3E747}" destId="{25588BC8-600C-4CAC-9316-4DB94E14A628}" srcOrd="6" destOrd="0" presId="urn:microsoft.com/office/officeart/2005/8/layout/lProcess2"/>
    <dgm:cxn modelId="{1D2CD0DE-7F00-457B-9C56-DEF1CD54ED02}" type="presParOf" srcId="{C2AA82EA-4C21-497E-8A3F-9FDE035354D1}" destId="{ECCFF719-754B-4C73-8233-B62E6667E5AF}" srcOrd="1" destOrd="0" presId="urn:microsoft.com/office/officeart/2005/8/layout/lProcess2"/>
    <dgm:cxn modelId="{8EC6FD5A-5E51-448A-B974-94C2C29D87E0}" type="presParOf" srcId="{C2AA82EA-4C21-497E-8A3F-9FDE035354D1}" destId="{6AB30674-2F05-40A7-9CC1-D2A9785FBC21}" srcOrd="2" destOrd="0" presId="urn:microsoft.com/office/officeart/2005/8/layout/lProcess2"/>
    <dgm:cxn modelId="{1692547C-BFBF-4BB9-ACBB-93C30BF73F6C}" type="presParOf" srcId="{6AB30674-2F05-40A7-9CC1-D2A9785FBC21}" destId="{E2FAC5B2-7FFA-4C2F-A003-57608814F050}" srcOrd="0" destOrd="0" presId="urn:microsoft.com/office/officeart/2005/8/layout/lProcess2"/>
    <dgm:cxn modelId="{132F0BC9-A618-417D-80CD-0C14A3276DE2}" type="presParOf" srcId="{6AB30674-2F05-40A7-9CC1-D2A9785FBC21}" destId="{30B5F3C7-B86F-404F-9EF8-F8ED09BC7331}" srcOrd="1" destOrd="0" presId="urn:microsoft.com/office/officeart/2005/8/layout/lProcess2"/>
    <dgm:cxn modelId="{8AD07958-410C-4BB9-B3EB-86DE71CD3FFA}" type="presParOf" srcId="{6AB30674-2F05-40A7-9CC1-D2A9785FBC21}" destId="{7E78F32E-D80F-48CD-93DE-EEB78F62A08B}" srcOrd="2" destOrd="0" presId="urn:microsoft.com/office/officeart/2005/8/layout/lProcess2"/>
    <dgm:cxn modelId="{14C18090-0045-4602-AF4B-8A7CE17B8928}" type="presParOf" srcId="{7E78F32E-D80F-48CD-93DE-EEB78F62A08B}" destId="{B4995AA4-86DF-4EE4-835E-46664D2C0A63}" srcOrd="0" destOrd="0" presId="urn:microsoft.com/office/officeart/2005/8/layout/lProcess2"/>
    <dgm:cxn modelId="{59DD0014-66E9-4A57-B451-546F512F04E2}" type="presParOf" srcId="{B4995AA4-86DF-4EE4-835E-46664D2C0A63}" destId="{08F58347-CA25-481A-B2BD-6FB755BA7F5C}" srcOrd="0" destOrd="0" presId="urn:microsoft.com/office/officeart/2005/8/layout/lProcess2"/>
    <dgm:cxn modelId="{E5BB42C3-789A-4EE8-9BBD-8C5381C14BA4}" type="presParOf" srcId="{B4995AA4-86DF-4EE4-835E-46664D2C0A63}" destId="{F086729C-133C-410A-AB2C-E3E989399A7F}" srcOrd="1" destOrd="0" presId="urn:microsoft.com/office/officeart/2005/8/layout/lProcess2"/>
    <dgm:cxn modelId="{E596FE84-4EAB-4552-A7AF-3A825EE9712E}" type="presParOf" srcId="{B4995AA4-86DF-4EE4-835E-46664D2C0A63}" destId="{02504CA6-4825-439E-9B7A-7B408DCC4394}" srcOrd="2" destOrd="0" presId="urn:microsoft.com/office/officeart/2005/8/layout/lProcess2"/>
    <dgm:cxn modelId="{15892D19-D6AA-48DD-8C92-65DB34246648}" type="presParOf" srcId="{B4995AA4-86DF-4EE4-835E-46664D2C0A63}" destId="{8E1BC7B0-C51E-4150-B21B-023696703B3F}" srcOrd="3" destOrd="0" presId="urn:microsoft.com/office/officeart/2005/8/layout/lProcess2"/>
    <dgm:cxn modelId="{4DA544B0-82A1-4F14-97BB-F95FF4EFE180}" type="presParOf" srcId="{B4995AA4-86DF-4EE4-835E-46664D2C0A63}" destId="{B307E7C7-6A51-4F86-A203-9F39B4ACF8EB}" srcOrd="4" destOrd="0" presId="urn:microsoft.com/office/officeart/2005/8/layout/lProcess2"/>
    <dgm:cxn modelId="{F99FD4FF-3F2A-4A89-9D0B-15371DB9CF58}" type="presParOf" srcId="{C2AA82EA-4C21-497E-8A3F-9FDE035354D1}" destId="{5E807C7E-A591-4A31-BAFD-B5D7083282F3}" srcOrd="3" destOrd="0" presId="urn:microsoft.com/office/officeart/2005/8/layout/lProcess2"/>
    <dgm:cxn modelId="{88C534BF-840D-4741-B435-722A84B5FA1B}" type="presParOf" srcId="{C2AA82EA-4C21-497E-8A3F-9FDE035354D1}" destId="{A58C9052-C962-424E-A46D-EDEF3A8C6BA7}" srcOrd="4" destOrd="0" presId="urn:microsoft.com/office/officeart/2005/8/layout/lProcess2"/>
    <dgm:cxn modelId="{6B4BAE42-21E4-40C5-81EF-DACC3563DA10}" type="presParOf" srcId="{A58C9052-C962-424E-A46D-EDEF3A8C6BA7}" destId="{5806E2BD-EE84-485F-BD07-6C5A73E6A443}" srcOrd="0" destOrd="0" presId="urn:microsoft.com/office/officeart/2005/8/layout/lProcess2"/>
    <dgm:cxn modelId="{B14B1F80-DE18-44F8-B27B-7D72004CBA20}" type="presParOf" srcId="{A58C9052-C962-424E-A46D-EDEF3A8C6BA7}" destId="{CDEFA8DA-9401-4F7A-BE17-96DDB80D1CA5}" srcOrd="1" destOrd="0" presId="urn:microsoft.com/office/officeart/2005/8/layout/lProcess2"/>
    <dgm:cxn modelId="{9C0ED7BD-6965-44EE-A6C6-4B654AA932D4}" type="presParOf" srcId="{A58C9052-C962-424E-A46D-EDEF3A8C6BA7}" destId="{6C70ACDD-E1A6-46F1-8871-E0CE013945F9}" srcOrd="2" destOrd="0" presId="urn:microsoft.com/office/officeart/2005/8/layout/lProcess2"/>
    <dgm:cxn modelId="{05A4A4E3-BCAB-41A6-A13D-6B78E4ECF329}" type="presParOf" srcId="{6C70ACDD-E1A6-46F1-8871-E0CE013945F9}" destId="{B3A5CFD2-903C-4CA4-8154-8328E4F3278B}" srcOrd="0" destOrd="0" presId="urn:microsoft.com/office/officeart/2005/8/layout/lProcess2"/>
    <dgm:cxn modelId="{E354242A-98F5-4DD9-B488-7D304B26974E}" type="presParOf" srcId="{B3A5CFD2-903C-4CA4-8154-8328E4F3278B}" destId="{2DC43506-0F62-49B6-A832-F40621E041C9}" srcOrd="0" destOrd="0" presId="urn:microsoft.com/office/officeart/2005/8/layout/lProcess2"/>
    <dgm:cxn modelId="{C8CF0D98-59F3-4528-9356-FB9DD8B92DB4}" type="presParOf" srcId="{B3A5CFD2-903C-4CA4-8154-8328E4F3278B}" destId="{1DED8078-FE86-497D-A58F-4E8AB0E39131}" srcOrd="1" destOrd="0" presId="urn:microsoft.com/office/officeart/2005/8/layout/lProcess2"/>
    <dgm:cxn modelId="{4346978C-A2F7-4B6A-8407-5F2594A4AC96}" type="presParOf" srcId="{B3A5CFD2-903C-4CA4-8154-8328E4F3278B}" destId="{D0418004-A4CF-44A6-AFF1-CAE83C5B6A2D}" srcOrd="2" destOrd="0" presId="urn:microsoft.com/office/officeart/2005/8/layout/lProcess2"/>
    <dgm:cxn modelId="{13AEBD16-309D-4596-9901-445E4ABF5B72}" type="presParOf" srcId="{C2AA82EA-4C21-497E-8A3F-9FDE035354D1}" destId="{256EC86A-17C7-49F8-B22F-DEDFAC165374}" srcOrd="5" destOrd="0" presId="urn:microsoft.com/office/officeart/2005/8/layout/lProcess2"/>
    <dgm:cxn modelId="{B2E1DEC0-8C68-4B9E-9DB5-5E59D00D4FAE}" type="presParOf" srcId="{C2AA82EA-4C21-497E-8A3F-9FDE035354D1}" destId="{7CAF5643-5A65-4D11-8B81-5E46F8BF1EB3}" srcOrd="6" destOrd="0" presId="urn:microsoft.com/office/officeart/2005/8/layout/lProcess2"/>
    <dgm:cxn modelId="{EA7A7577-1B88-4E4E-A83B-9BF4E65279A0}" type="presParOf" srcId="{7CAF5643-5A65-4D11-8B81-5E46F8BF1EB3}" destId="{31F2FF6D-FC12-40B0-B2EB-60F89215E970}" srcOrd="0" destOrd="0" presId="urn:microsoft.com/office/officeart/2005/8/layout/lProcess2"/>
    <dgm:cxn modelId="{7F1A7338-FFC3-4652-A156-B701D42F87D0}" type="presParOf" srcId="{7CAF5643-5A65-4D11-8B81-5E46F8BF1EB3}" destId="{451CABF0-E373-46C2-8FEF-009D6AA0F8BC}" srcOrd="1" destOrd="0" presId="urn:microsoft.com/office/officeart/2005/8/layout/lProcess2"/>
    <dgm:cxn modelId="{C37DF009-3F76-41E3-833D-143C3611566B}" type="presParOf" srcId="{7CAF5643-5A65-4D11-8B81-5E46F8BF1EB3}" destId="{7ED9ACD3-19EE-4C90-8566-B44C581DB57E}" srcOrd="2" destOrd="0" presId="urn:microsoft.com/office/officeart/2005/8/layout/lProcess2"/>
    <dgm:cxn modelId="{02B32A81-ABB6-4045-A023-409BA45CC4BF}" type="presParOf" srcId="{7ED9ACD3-19EE-4C90-8566-B44C581DB57E}" destId="{D8C43905-BF53-4AA9-9E58-0F1BC0374490}" srcOrd="0" destOrd="0" presId="urn:microsoft.com/office/officeart/2005/8/layout/lProcess2"/>
    <dgm:cxn modelId="{987412D6-6D09-4835-A8A3-18C1717E6074}" type="presParOf" srcId="{D8C43905-BF53-4AA9-9E58-0F1BC0374490}" destId="{57B52D39-5E62-4EF4-A38E-364A2C0BEFC9}" srcOrd="0" destOrd="0" presId="urn:microsoft.com/office/officeart/2005/8/layout/lProcess2"/>
    <dgm:cxn modelId="{A091577A-B384-43AF-9B79-B0E8E8BB59D0}" type="presParOf" srcId="{D8C43905-BF53-4AA9-9E58-0F1BC0374490}" destId="{4F1B544D-1B31-47BD-9C5B-9A1070152025}" srcOrd="1" destOrd="0" presId="urn:microsoft.com/office/officeart/2005/8/layout/lProcess2"/>
    <dgm:cxn modelId="{AB2E37A7-B73B-48B2-BA7F-F7054977512B}" type="presParOf" srcId="{D8C43905-BF53-4AA9-9E58-0F1BC0374490}" destId="{5255CBCB-3249-4371-AAF9-33AC4CD655DF}" srcOrd="2" destOrd="0" presId="urn:microsoft.com/office/officeart/2005/8/layout/lProcess2"/>
    <dgm:cxn modelId="{3BEEB114-1DF0-42C9-8CF8-907C87B1AF9E}" type="presParOf" srcId="{D8C43905-BF53-4AA9-9E58-0F1BC0374490}" destId="{15B0C4CE-3664-449B-AD62-644CF2709EBD}" srcOrd="3" destOrd="0" presId="urn:microsoft.com/office/officeart/2005/8/layout/lProcess2"/>
    <dgm:cxn modelId="{138FDE16-5A17-46DD-A785-7A55099A2716}" type="presParOf" srcId="{D8C43905-BF53-4AA9-9E58-0F1BC0374490}" destId="{02901E43-A849-4479-8621-852AEC99B724}" srcOrd="4" destOrd="0" presId="urn:microsoft.com/office/officeart/2005/8/layout/lProcess2"/>
    <dgm:cxn modelId="{64998913-0403-4E10-A18F-81B4CB326255}" type="presParOf" srcId="{C2AA82EA-4C21-497E-8A3F-9FDE035354D1}" destId="{248D664C-ABFA-4361-B542-48EA73686E57}" srcOrd="7" destOrd="0" presId="urn:microsoft.com/office/officeart/2005/8/layout/lProcess2"/>
    <dgm:cxn modelId="{1E21B6C2-7FD0-4071-824C-3A96C06C31B0}" type="presParOf" srcId="{C2AA82EA-4C21-497E-8A3F-9FDE035354D1}" destId="{AC04FC3F-ECA4-44C5-8B7F-4711129235C3}" srcOrd="8" destOrd="0" presId="urn:microsoft.com/office/officeart/2005/8/layout/lProcess2"/>
    <dgm:cxn modelId="{AB36A710-778C-435F-8061-02690199D2A2}" type="presParOf" srcId="{AC04FC3F-ECA4-44C5-8B7F-4711129235C3}" destId="{E0B4303C-AAEE-4D06-9B24-F751272B4116}" srcOrd="0" destOrd="0" presId="urn:microsoft.com/office/officeart/2005/8/layout/lProcess2"/>
    <dgm:cxn modelId="{C70A4F76-F199-4CD0-B59A-8AD651B36EB4}" type="presParOf" srcId="{AC04FC3F-ECA4-44C5-8B7F-4711129235C3}" destId="{13783B3E-18DB-4D28-A08E-0C871F5E5618}" srcOrd="1" destOrd="0" presId="urn:microsoft.com/office/officeart/2005/8/layout/lProcess2"/>
    <dgm:cxn modelId="{578DE398-50E9-47B0-9C69-71AC0A25E4BE}" type="presParOf" srcId="{AC04FC3F-ECA4-44C5-8B7F-4711129235C3}" destId="{3281BF87-B7BD-4D80-9814-2A7F76BA488A}" srcOrd="2" destOrd="0" presId="urn:microsoft.com/office/officeart/2005/8/layout/lProcess2"/>
    <dgm:cxn modelId="{0CA25CC2-93E8-4422-ABAB-C0FD9676C4A3}" type="presParOf" srcId="{3281BF87-B7BD-4D80-9814-2A7F76BA488A}" destId="{4B9C76AD-F13D-46F9-9423-9D106BD744CF}" srcOrd="0" destOrd="0" presId="urn:microsoft.com/office/officeart/2005/8/layout/lProcess2"/>
    <dgm:cxn modelId="{9F2A9B9A-24FC-4370-B2F1-8DDC6CA7EF80}" type="presParOf" srcId="{4B9C76AD-F13D-46F9-9423-9D106BD744CF}" destId="{D8E2D305-D4BE-4196-82A3-2509BDF1FB24}" srcOrd="0" destOrd="0" presId="urn:microsoft.com/office/officeart/2005/8/layout/lProcess2"/>
    <dgm:cxn modelId="{F0C2B852-4BC9-42A8-A0CA-2EB3A59AFAFC}" type="presParOf" srcId="{4B9C76AD-F13D-46F9-9423-9D106BD744CF}" destId="{3C409A8D-0D13-4E94-91CB-45A6A5876CF0}" srcOrd="1" destOrd="0" presId="urn:microsoft.com/office/officeart/2005/8/layout/lProcess2"/>
    <dgm:cxn modelId="{E1875B46-312E-4FFB-976A-45B323B82CE8}" type="presParOf" srcId="{4B9C76AD-F13D-46F9-9423-9D106BD744CF}" destId="{FC896E38-D6A2-4B0C-95BC-0956FF22690D}" srcOrd="2" destOrd="0" presId="urn:microsoft.com/office/officeart/2005/8/layout/lProcess2"/>
    <dgm:cxn modelId="{2A13676F-C82C-426A-ABAA-3670BC814145}" type="presParOf" srcId="{4B9C76AD-F13D-46F9-9423-9D106BD744CF}" destId="{4CD0FB9F-7BA5-409C-A7F2-86C7BD5F5F50}" srcOrd="3" destOrd="0" presId="urn:microsoft.com/office/officeart/2005/8/layout/lProcess2"/>
    <dgm:cxn modelId="{BA801CEA-D6D5-404D-9066-A4FD5D1D2365}" type="presParOf" srcId="{4B9C76AD-F13D-46F9-9423-9D106BD744CF}" destId="{4DD64D61-9641-43E2-952A-453047CAEF88}" srcOrd="4" destOrd="0" presId="urn:microsoft.com/office/officeart/2005/8/layout/lProcess2"/>
    <dgm:cxn modelId="{10EF5259-97B8-4331-A643-E55FFCA30663}" type="presParOf" srcId="{C2AA82EA-4C21-497E-8A3F-9FDE035354D1}" destId="{803BFCDB-A028-455A-81AA-6CE492AF8A69}" srcOrd="9" destOrd="0" presId="urn:microsoft.com/office/officeart/2005/8/layout/lProcess2"/>
    <dgm:cxn modelId="{C6C3E413-2E6B-4E26-B77C-067331F0270D}" type="presParOf" srcId="{C2AA82EA-4C21-497E-8A3F-9FDE035354D1}" destId="{7DCE257C-D921-4FD8-9042-5AEBA0C1377E}" srcOrd="10" destOrd="0" presId="urn:microsoft.com/office/officeart/2005/8/layout/lProcess2"/>
    <dgm:cxn modelId="{1F638F8F-8C43-4EF2-AB14-A55AEACA0D77}" type="presParOf" srcId="{7DCE257C-D921-4FD8-9042-5AEBA0C1377E}" destId="{1B71A6EF-E72C-4604-9BC7-6FE6D07FC7BD}" srcOrd="0" destOrd="0" presId="urn:microsoft.com/office/officeart/2005/8/layout/lProcess2"/>
    <dgm:cxn modelId="{02187987-F93E-4E7C-BE9B-3C26334D5F77}" type="presParOf" srcId="{7DCE257C-D921-4FD8-9042-5AEBA0C1377E}" destId="{A36D5A8B-2E15-4F99-814F-3EBFB62B61A6}" srcOrd="1" destOrd="0" presId="urn:microsoft.com/office/officeart/2005/8/layout/lProcess2"/>
    <dgm:cxn modelId="{9C4DA158-C54D-4983-B910-014A7A0AF54A}" type="presParOf" srcId="{7DCE257C-D921-4FD8-9042-5AEBA0C1377E}" destId="{F3D558EF-6A01-4D1E-BEE7-75A9C798EEB2}" srcOrd="2" destOrd="0" presId="urn:microsoft.com/office/officeart/2005/8/layout/lProcess2"/>
    <dgm:cxn modelId="{FC56C179-4071-49C7-A153-EBA0746FAC0B}" type="presParOf" srcId="{F3D558EF-6A01-4D1E-BEE7-75A9C798EEB2}" destId="{F7FA28D3-8DDA-4906-BDF2-776F719F33EF}" srcOrd="0" destOrd="0" presId="urn:microsoft.com/office/officeart/2005/8/layout/lProcess2"/>
    <dgm:cxn modelId="{33553B73-EF40-41C1-B7D6-7126996CE362}" type="presParOf" srcId="{F7FA28D3-8DDA-4906-BDF2-776F719F33EF}" destId="{B6705F6D-D2DB-47C2-A49B-DE44B2C8911A}" srcOrd="0" destOrd="0" presId="urn:microsoft.com/office/officeart/2005/8/layout/lProcess2"/>
    <dgm:cxn modelId="{76863A65-2DEA-4762-B21A-D6786FB9144D}" type="presParOf" srcId="{F7FA28D3-8DDA-4906-BDF2-776F719F33EF}" destId="{E75ADEAA-2C73-49B5-AEA3-4796DDE3D9A5}" srcOrd="1" destOrd="0" presId="urn:microsoft.com/office/officeart/2005/8/layout/lProcess2"/>
    <dgm:cxn modelId="{BDAFAF30-88D6-4DE4-8F95-8BF28FB7552A}" type="presParOf" srcId="{F7FA28D3-8DDA-4906-BDF2-776F719F33EF}" destId="{01510350-84C5-4742-8210-1F10396E7ECB}" srcOrd="2" destOrd="0" presId="urn:microsoft.com/office/officeart/2005/8/layout/lProcess2"/>
    <dgm:cxn modelId="{82C4FB8A-5E62-481D-929E-E25BCADFE7E9}" type="presParOf" srcId="{F7FA28D3-8DDA-4906-BDF2-776F719F33EF}" destId="{24834BF3-F15D-42CB-98CB-EA5D2089F167}" srcOrd="3" destOrd="0" presId="urn:microsoft.com/office/officeart/2005/8/layout/lProcess2"/>
    <dgm:cxn modelId="{87A76E0A-644B-4E36-AA85-BA4C6FCFA189}" type="presParOf" srcId="{F7FA28D3-8DDA-4906-BDF2-776F719F33EF}" destId="{F2E7E266-8BD9-4D81-990E-5FCBF8B5F327}"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7A9433-BD15-4E3D-9E5E-A7E84321E8B9}"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41A1B9E4-B48C-443B-A999-A8D87E17C4A0}">
      <dgm:prSet phldrT="[Text]" phldr="0"/>
      <dgm:spPr/>
      <dgm:t>
        <a:bodyPr/>
        <a:lstStyle/>
        <a:p>
          <a:r>
            <a:rPr lang="en-US" dirty="0"/>
            <a:t>Domain</a:t>
          </a:r>
        </a:p>
      </dgm:t>
    </dgm:pt>
    <dgm:pt modelId="{5E3087A2-6EA4-4101-BC74-918F938189AB}" type="parTrans" cxnId="{F4A3D628-AC93-4141-A517-B9FE27C38A1C}">
      <dgm:prSet/>
      <dgm:spPr/>
      <dgm:t>
        <a:bodyPr/>
        <a:lstStyle/>
        <a:p>
          <a:endParaRPr lang="en-US"/>
        </a:p>
      </dgm:t>
    </dgm:pt>
    <dgm:pt modelId="{3844A3E7-926C-4480-A0E7-589240CD003A}" type="sibTrans" cxnId="{F4A3D628-AC93-4141-A517-B9FE27C38A1C}">
      <dgm:prSet/>
      <dgm:spPr/>
      <dgm:t>
        <a:bodyPr/>
        <a:lstStyle/>
        <a:p>
          <a:endParaRPr lang="en-US"/>
        </a:p>
      </dgm:t>
    </dgm:pt>
    <dgm:pt modelId="{8FAFD7D8-0FEA-43A1-804E-F4C36D5CA209}">
      <dgm:prSet phldrT="[Text]" phldr="0" custT="1"/>
      <dgm:spPr/>
      <dgm:t>
        <a:bodyPr/>
        <a:lstStyle/>
        <a:p>
          <a:r>
            <a:rPr lang="en-US" sz="1500" dirty="0"/>
            <a:t>Create Entities</a:t>
          </a:r>
        </a:p>
      </dgm:t>
    </dgm:pt>
    <dgm:pt modelId="{18AAEE01-D6C0-4E7A-90AB-2AD22A47D9A5}" type="parTrans" cxnId="{80D37DF1-B636-4ABC-9829-3907ABE7B44B}">
      <dgm:prSet/>
      <dgm:spPr/>
      <dgm:t>
        <a:bodyPr/>
        <a:lstStyle/>
        <a:p>
          <a:endParaRPr lang="en-US"/>
        </a:p>
      </dgm:t>
    </dgm:pt>
    <dgm:pt modelId="{5C8EA285-B2A4-44D9-A83C-D8A38A27DA53}" type="sibTrans" cxnId="{80D37DF1-B636-4ABC-9829-3907ABE7B44B}">
      <dgm:prSet/>
      <dgm:spPr/>
      <dgm:t>
        <a:bodyPr/>
        <a:lstStyle/>
        <a:p>
          <a:endParaRPr lang="en-US"/>
        </a:p>
      </dgm:t>
    </dgm:pt>
    <dgm:pt modelId="{7BEEB516-5E51-4403-BFFC-4E7A866687AB}">
      <dgm:prSet phldrT="[Text]" phldr="0" custT="1"/>
      <dgm:spPr/>
      <dgm:t>
        <a:bodyPr/>
        <a:lstStyle/>
        <a:p>
          <a:r>
            <a:rPr lang="en-US" sz="1500" dirty="0"/>
            <a:t>Implement Core Rules</a:t>
          </a:r>
        </a:p>
      </dgm:t>
    </dgm:pt>
    <dgm:pt modelId="{3DC96D00-237F-4D3B-8A9C-2A12E1685998}" type="parTrans" cxnId="{7BE53BC2-6238-42A5-88F9-8793EB4AF4AE}">
      <dgm:prSet/>
      <dgm:spPr/>
      <dgm:t>
        <a:bodyPr/>
        <a:lstStyle/>
        <a:p>
          <a:endParaRPr lang="en-US"/>
        </a:p>
      </dgm:t>
    </dgm:pt>
    <dgm:pt modelId="{52E1E1DB-60EA-457F-99CA-BDF093FA2FA4}" type="sibTrans" cxnId="{7BE53BC2-6238-42A5-88F9-8793EB4AF4AE}">
      <dgm:prSet/>
      <dgm:spPr/>
      <dgm:t>
        <a:bodyPr/>
        <a:lstStyle/>
        <a:p>
          <a:endParaRPr lang="en-US"/>
        </a:p>
      </dgm:t>
    </dgm:pt>
    <dgm:pt modelId="{C46F00CD-9666-46E8-8EB4-77C44A557F4E}">
      <dgm:prSet phldrT="[Text]" phldr="0"/>
      <dgm:spPr/>
      <dgm:t>
        <a:bodyPr/>
        <a:lstStyle/>
        <a:p>
          <a:r>
            <a:rPr lang="en-US" dirty="0"/>
            <a:t>Application</a:t>
          </a:r>
        </a:p>
      </dgm:t>
    </dgm:pt>
    <dgm:pt modelId="{450E6CD6-2AB6-4F33-85C3-9CC191EDCBC4}" type="parTrans" cxnId="{A53FF449-C9CB-4C36-8F28-AB86AA8EADFD}">
      <dgm:prSet/>
      <dgm:spPr/>
      <dgm:t>
        <a:bodyPr/>
        <a:lstStyle/>
        <a:p>
          <a:endParaRPr lang="en-US"/>
        </a:p>
      </dgm:t>
    </dgm:pt>
    <dgm:pt modelId="{5B633824-7BE8-4AC2-ACCE-781277D00F62}" type="sibTrans" cxnId="{A53FF449-C9CB-4C36-8F28-AB86AA8EADFD}">
      <dgm:prSet/>
      <dgm:spPr/>
      <dgm:t>
        <a:bodyPr/>
        <a:lstStyle/>
        <a:p>
          <a:endParaRPr lang="en-US"/>
        </a:p>
      </dgm:t>
    </dgm:pt>
    <dgm:pt modelId="{D3513FA3-1A7D-4CD3-988A-F44C66E27689}">
      <dgm:prSet phldrT="[Text]" phldr="0" custT="1"/>
      <dgm:spPr/>
      <dgm:t>
        <a:bodyPr/>
        <a:lstStyle/>
        <a:p>
          <a:r>
            <a:rPr lang="en-US" sz="1500" dirty="0"/>
            <a:t>Implement Game Engine</a:t>
          </a:r>
        </a:p>
      </dgm:t>
    </dgm:pt>
    <dgm:pt modelId="{DBC2F6F8-4A37-4A9B-A6E1-9B5EA877B153}" type="parTrans" cxnId="{49F318E7-61A2-426A-A004-AFEF9D7BFB0E}">
      <dgm:prSet/>
      <dgm:spPr/>
      <dgm:t>
        <a:bodyPr/>
        <a:lstStyle/>
        <a:p>
          <a:endParaRPr lang="en-US"/>
        </a:p>
      </dgm:t>
    </dgm:pt>
    <dgm:pt modelId="{BDD65D60-E650-4B6A-A48F-C5ED813D107C}" type="sibTrans" cxnId="{49F318E7-61A2-426A-A004-AFEF9D7BFB0E}">
      <dgm:prSet/>
      <dgm:spPr/>
      <dgm:t>
        <a:bodyPr/>
        <a:lstStyle/>
        <a:p>
          <a:endParaRPr lang="en-US"/>
        </a:p>
      </dgm:t>
    </dgm:pt>
    <dgm:pt modelId="{3C831782-E1ED-46E7-9E24-4253557C6494}">
      <dgm:prSet phldrT="[Text]" phldr="0" custT="1"/>
      <dgm:spPr/>
      <dgm:t>
        <a:bodyPr/>
        <a:lstStyle/>
        <a:p>
          <a:r>
            <a:rPr lang="en-US" sz="1500" dirty="0"/>
            <a:t>Add use-cases</a:t>
          </a:r>
        </a:p>
      </dgm:t>
    </dgm:pt>
    <dgm:pt modelId="{D7C7B768-14D6-44E3-9AD2-40A2C4316E4C}" type="parTrans" cxnId="{465F1271-D456-48E6-A640-AA7AC1305425}">
      <dgm:prSet/>
      <dgm:spPr/>
      <dgm:t>
        <a:bodyPr/>
        <a:lstStyle/>
        <a:p>
          <a:endParaRPr lang="en-US"/>
        </a:p>
      </dgm:t>
    </dgm:pt>
    <dgm:pt modelId="{6F5EFCDC-264E-4DA3-AAAE-FF935AC02A00}" type="sibTrans" cxnId="{465F1271-D456-48E6-A640-AA7AC1305425}">
      <dgm:prSet/>
      <dgm:spPr/>
      <dgm:t>
        <a:bodyPr/>
        <a:lstStyle/>
        <a:p>
          <a:endParaRPr lang="en-US"/>
        </a:p>
      </dgm:t>
    </dgm:pt>
    <dgm:pt modelId="{AF80696C-B550-4A50-84E2-A67D5944F54E}">
      <dgm:prSet phldrT="[Text]" phldr="0"/>
      <dgm:spPr/>
      <dgm:t>
        <a:bodyPr/>
        <a:lstStyle/>
        <a:p>
          <a:r>
            <a:rPr lang="en-US" dirty="0"/>
            <a:t>Ports</a:t>
          </a:r>
        </a:p>
      </dgm:t>
    </dgm:pt>
    <dgm:pt modelId="{A6DCD9ED-76AD-46B9-8B61-B496CDC6C6AC}" type="parTrans" cxnId="{91913678-0FE3-45B7-82E1-B9D02B20D07E}">
      <dgm:prSet/>
      <dgm:spPr/>
      <dgm:t>
        <a:bodyPr/>
        <a:lstStyle/>
        <a:p>
          <a:endParaRPr lang="en-US"/>
        </a:p>
      </dgm:t>
    </dgm:pt>
    <dgm:pt modelId="{895E2B57-6128-4D3B-8D25-F8DCDA1F198A}" type="sibTrans" cxnId="{91913678-0FE3-45B7-82E1-B9D02B20D07E}">
      <dgm:prSet/>
      <dgm:spPr/>
      <dgm:t>
        <a:bodyPr/>
        <a:lstStyle/>
        <a:p>
          <a:endParaRPr lang="en-US"/>
        </a:p>
      </dgm:t>
    </dgm:pt>
    <dgm:pt modelId="{865FD6A5-5EE0-4CFE-BC9B-9C6DF64BF3FF}">
      <dgm:prSet phldrT="[Text]" phldr="0" custT="1"/>
      <dgm:spPr/>
      <dgm:t>
        <a:bodyPr/>
        <a:lstStyle/>
        <a:p>
          <a:r>
            <a:rPr lang="en-US" sz="1500" dirty="0"/>
            <a:t>Add different ports</a:t>
          </a:r>
        </a:p>
      </dgm:t>
    </dgm:pt>
    <dgm:pt modelId="{2745BA8C-6067-43A9-AFE4-EE9879B4F14D}" type="parTrans" cxnId="{26B9052E-C5F8-40F6-8587-1C81F267B7F1}">
      <dgm:prSet/>
      <dgm:spPr/>
      <dgm:t>
        <a:bodyPr/>
        <a:lstStyle/>
        <a:p>
          <a:endParaRPr lang="en-US"/>
        </a:p>
      </dgm:t>
    </dgm:pt>
    <dgm:pt modelId="{5347A306-0F9F-48D7-9D60-F9CD09CA0089}" type="sibTrans" cxnId="{26B9052E-C5F8-40F6-8587-1C81F267B7F1}">
      <dgm:prSet/>
      <dgm:spPr/>
      <dgm:t>
        <a:bodyPr/>
        <a:lstStyle/>
        <a:p>
          <a:endParaRPr lang="en-US"/>
        </a:p>
      </dgm:t>
    </dgm:pt>
    <dgm:pt modelId="{3022E3DA-4EE7-4AB6-A7C5-01BAF50921D4}">
      <dgm:prSet phldrT="[Text]" phldr="0"/>
      <dgm:spPr/>
      <dgm:t>
        <a:bodyPr/>
        <a:lstStyle/>
        <a:p>
          <a:r>
            <a:rPr lang="en-US" dirty="0"/>
            <a:t>Adapters</a:t>
          </a:r>
        </a:p>
      </dgm:t>
    </dgm:pt>
    <dgm:pt modelId="{92D0170E-F45C-443E-8D99-99D43C4514D2}" type="parTrans" cxnId="{19AFB85D-39BE-41E7-A361-93D04C8B7A95}">
      <dgm:prSet/>
      <dgm:spPr/>
      <dgm:t>
        <a:bodyPr/>
        <a:lstStyle/>
        <a:p>
          <a:endParaRPr lang="en-US"/>
        </a:p>
      </dgm:t>
    </dgm:pt>
    <dgm:pt modelId="{C1B102D3-9E13-4419-924C-951CAE564862}" type="sibTrans" cxnId="{19AFB85D-39BE-41E7-A361-93D04C8B7A95}">
      <dgm:prSet/>
      <dgm:spPr/>
      <dgm:t>
        <a:bodyPr/>
        <a:lstStyle/>
        <a:p>
          <a:endParaRPr lang="en-US"/>
        </a:p>
      </dgm:t>
    </dgm:pt>
    <dgm:pt modelId="{931653B1-BC7E-4928-8DB8-62FC7104C4E9}">
      <dgm:prSet phldrT="[Text]" phldr="0"/>
      <dgm:spPr/>
      <dgm:t>
        <a:bodyPr/>
        <a:lstStyle/>
        <a:p>
          <a:r>
            <a:rPr lang="en-US"/>
            <a:t>Infrastructure</a:t>
          </a:r>
          <a:endParaRPr lang="en-US" dirty="0"/>
        </a:p>
      </dgm:t>
    </dgm:pt>
    <dgm:pt modelId="{19E2A9C0-4A92-41F6-8F1F-B2AE2CB4D2F8}" type="parTrans" cxnId="{71BA52E6-0655-4A21-8C7F-09C2AA83AE38}">
      <dgm:prSet/>
      <dgm:spPr/>
      <dgm:t>
        <a:bodyPr/>
        <a:lstStyle/>
        <a:p>
          <a:endParaRPr lang="en-US"/>
        </a:p>
      </dgm:t>
    </dgm:pt>
    <dgm:pt modelId="{685A3370-79D9-42DD-9745-24A742D4E2B6}" type="sibTrans" cxnId="{71BA52E6-0655-4A21-8C7F-09C2AA83AE38}">
      <dgm:prSet/>
      <dgm:spPr/>
      <dgm:t>
        <a:bodyPr/>
        <a:lstStyle/>
        <a:p>
          <a:endParaRPr lang="en-US"/>
        </a:p>
      </dgm:t>
    </dgm:pt>
    <dgm:pt modelId="{8B1528EA-CAFF-45EA-A19C-19BC69858502}">
      <dgm:prSet phldrT="[Text]" phldr="0" custT="1"/>
      <dgm:spPr/>
      <dgm:t>
        <a:bodyPr/>
        <a:lstStyle/>
        <a:p>
          <a:r>
            <a:rPr lang="en-US" sz="1500" dirty="0"/>
            <a:t>Add Configuration</a:t>
          </a:r>
        </a:p>
      </dgm:t>
    </dgm:pt>
    <dgm:pt modelId="{1293B98C-CFDC-447E-86F6-AE996502DE5A}" type="parTrans" cxnId="{D09F7727-01DE-4E7D-B0F5-2EB75FFC7257}">
      <dgm:prSet/>
      <dgm:spPr/>
      <dgm:t>
        <a:bodyPr/>
        <a:lstStyle/>
        <a:p>
          <a:endParaRPr lang="en-US"/>
        </a:p>
      </dgm:t>
    </dgm:pt>
    <dgm:pt modelId="{BA02E9B6-06D7-4644-92F1-0D74BDFFF772}" type="sibTrans" cxnId="{D09F7727-01DE-4E7D-B0F5-2EB75FFC7257}">
      <dgm:prSet/>
      <dgm:spPr/>
      <dgm:t>
        <a:bodyPr/>
        <a:lstStyle/>
        <a:p>
          <a:endParaRPr lang="en-US"/>
        </a:p>
      </dgm:t>
    </dgm:pt>
    <dgm:pt modelId="{DDF58C61-50B5-448A-935D-855BEB8561F1}">
      <dgm:prSet phldrT="[Text]" phldr="0" custT="1"/>
      <dgm:spPr/>
      <dgm:t>
        <a:bodyPr/>
        <a:lstStyle/>
        <a:p>
          <a:r>
            <a:rPr lang="en-US" sz="1500" dirty="0"/>
            <a:t>Implement Data Storage Strategies</a:t>
          </a:r>
        </a:p>
      </dgm:t>
    </dgm:pt>
    <dgm:pt modelId="{B0337E74-0C76-4E22-85D1-6D4BEDDEBFD9}" type="parTrans" cxnId="{CE8FEEBF-5FB4-4252-8AB3-B3D1D3C67B38}">
      <dgm:prSet/>
      <dgm:spPr/>
      <dgm:t>
        <a:bodyPr/>
        <a:lstStyle/>
        <a:p>
          <a:endParaRPr lang="en-US"/>
        </a:p>
      </dgm:t>
    </dgm:pt>
    <dgm:pt modelId="{DC932510-8F2E-4AD2-BAE8-798281BCD83C}" type="sibTrans" cxnId="{CE8FEEBF-5FB4-4252-8AB3-B3D1D3C67B38}">
      <dgm:prSet/>
      <dgm:spPr/>
      <dgm:t>
        <a:bodyPr/>
        <a:lstStyle/>
        <a:p>
          <a:endParaRPr lang="en-US"/>
        </a:p>
      </dgm:t>
    </dgm:pt>
    <dgm:pt modelId="{EC6CCBDD-5B4B-4E6F-96B0-5879AFA446D4}">
      <dgm:prSet phldrT="[Text]" phldr="0" custT="1"/>
      <dgm:spPr/>
      <dgm:t>
        <a:bodyPr/>
        <a:lstStyle/>
        <a:p>
          <a:r>
            <a:rPr lang="en-US" sz="1500" dirty="0"/>
            <a:t>Add different adapters for console/</a:t>
          </a:r>
          <a:r>
            <a:rPr lang="en-US" sz="1500" dirty="0" err="1"/>
            <a:t>gui</a:t>
          </a:r>
          <a:r>
            <a:rPr lang="en-US" sz="1500" dirty="0"/>
            <a:t>/web</a:t>
          </a:r>
        </a:p>
      </dgm:t>
    </dgm:pt>
    <dgm:pt modelId="{EFBAC88A-EA9C-46A9-A32B-4D43F76E754D}" type="parTrans" cxnId="{2CB87EBF-CB5B-4D33-B419-6700375046CF}">
      <dgm:prSet/>
      <dgm:spPr/>
      <dgm:t>
        <a:bodyPr/>
        <a:lstStyle/>
        <a:p>
          <a:endParaRPr lang="en-US"/>
        </a:p>
      </dgm:t>
    </dgm:pt>
    <dgm:pt modelId="{95BD4ED0-6BD5-4C65-9F08-B27C020500E7}" type="sibTrans" cxnId="{2CB87EBF-CB5B-4D33-B419-6700375046CF}">
      <dgm:prSet/>
      <dgm:spPr/>
      <dgm:t>
        <a:bodyPr/>
        <a:lstStyle/>
        <a:p>
          <a:endParaRPr lang="en-US"/>
        </a:p>
      </dgm:t>
    </dgm:pt>
    <dgm:pt modelId="{5B4730CD-DB84-4C5D-81B4-AC87A9AEC1E8}">
      <dgm:prSet phldrT="[Text]" phldr="0"/>
      <dgm:spPr/>
      <dgm:t>
        <a:bodyPr/>
        <a:lstStyle/>
        <a:p>
          <a:r>
            <a:rPr lang="en-US"/>
            <a:t>Launchers</a:t>
          </a:r>
          <a:endParaRPr lang="en-US" dirty="0"/>
        </a:p>
      </dgm:t>
    </dgm:pt>
    <dgm:pt modelId="{7279F16E-D7C1-4EB4-A099-ACE6F1433F66}" type="parTrans" cxnId="{E1C362E3-2FAF-4692-B589-FD0CB5ABDD0D}">
      <dgm:prSet/>
      <dgm:spPr/>
      <dgm:t>
        <a:bodyPr/>
        <a:lstStyle/>
        <a:p>
          <a:endParaRPr lang="en-US"/>
        </a:p>
      </dgm:t>
    </dgm:pt>
    <dgm:pt modelId="{62833CFC-CE14-477A-AB03-ADE04B5DE794}" type="sibTrans" cxnId="{E1C362E3-2FAF-4692-B589-FD0CB5ABDD0D}">
      <dgm:prSet/>
      <dgm:spPr/>
      <dgm:t>
        <a:bodyPr/>
        <a:lstStyle/>
        <a:p>
          <a:endParaRPr lang="en-US"/>
        </a:p>
      </dgm:t>
    </dgm:pt>
    <dgm:pt modelId="{8FDDC4AE-4BB7-4121-B123-25B609B10DC1}">
      <dgm:prSet phldrT="[Text]" phldr="0" custT="1"/>
      <dgm:spPr/>
      <dgm:t>
        <a:bodyPr/>
        <a:lstStyle/>
        <a:p>
          <a:r>
            <a:rPr lang="en-US" sz="1500"/>
            <a:t>Add different launchers for console/gui/web</a:t>
          </a:r>
          <a:endParaRPr lang="en-US" sz="1500" dirty="0"/>
        </a:p>
      </dgm:t>
    </dgm:pt>
    <dgm:pt modelId="{7B8C5FCA-247B-476C-944C-E7343F8BC251}" type="parTrans" cxnId="{24DFEB97-5042-4A8E-BE4B-9DA63A6E7BEF}">
      <dgm:prSet/>
      <dgm:spPr/>
      <dgm:t>
        <a:bodyPr/>
        <a:lstStyle/>
        <a:p>
          <a:endParaRPr lang="en-US"/>
        </a:p>
      </dgm:t>
    </dgm:pt>
    <dgm:pt modelId="{DBD27827-ECDB-4D55-BAEB-282C78849770}" type="sibTrans" cxnId="{24DFEB97-5042-4A8E-BE4B-9DA63A6E7BEF}">
      <dgm:prSet/>
      <dgm:spPr/>
      <dgm:t>
        <a:bodyPr/>
        <a:lstStyle/>
        <a:p>
          <a:endParaRPr lang="en-US"/>
        </a:p>
      </dgm:t>
    </dgm:pt>
    <dgm:pt modelId="{2A441313-EDB7-4679-AC4A-D3CBB27F1758}" type="pres">
      <dgm:prSet presAssocID="{167A9433-BD15-4E3D-9E5E-A7E84321E8B9}" presName="Name0" presStyleCnt="0">
        <dgm:presLayoutVars>
          <dgm:chMax val="11"/>
          <dgm:chPref val="11"/>
          <dgm:dir/>
          <dgm:resizeHandles/>
        </dgm:presLayoutVars>
      </dgm:prSet>
      <dgm:spPr/>
    </dgm:pt>
    <dgm:pt modelId="{08F5953B-B452-4B48-9B03-DB0942C0B726}" type="pres">
      <dgm:prSet presAssocID="{5B4730CD-DB84-4C5D-81B4-AC87A9AEC1E8}" presName="Accent6" presStyleCnt="0"/>
      <dgm:spPr/>
    </dgm:pt>
    <dgm:pt modelId="{74FE7326-4BEF-45E0-952B-4C081820066E}" type="pres">
      <dgm:prSet presAssocID="{5B4730CD-DB84-4C5D-81B4-AC87A9AEC1E8}" presName="Accent" presStyleLbl="node1" presStyleIdx="0" presStyleCnt="6"/>
      <dgm:spPr/>
    </dgm:pt>
    <dgm:pt modelId="{AA872257-48BC-47B1-9BA9-220ECF0EAA42}" type="pres">
      <dgm:prSet presAssocID="{5B4730CD-DB84-4C5D-81B4-AC87A9AEC1E8}" presName="ParentBackground6" presStyleCnt="0"/>
      <dgm:spPr/>
    </dgm:pt>
    <dgm:pt modelId="{C5B28091-1153-4412-A5C5-90A1D926C0EF}" type="pres">
      <dgm:prSet presAssocID="{5B4730CD-DB84-4C5D-81B4-AC87A9AEC1E8}" presName="ParentBackground" presStyleLbl="fgAcc1" presStyleIdx="0" presStyleCnt="6"/>
      <dgm:spPr/>
    </dgm:pt>
    <dgm:pt modelId="{47525497-7EE8-42E8-A167-7A5E620930FA}" type="pres">
      <dgm:prSet presAssocID="{5B4730CD-DB84-4C5D-81B4-AC87A9AEC1E8}" presName="Child6" presStyleLbl="revTx" presStyleIdx="0" presStyleCnt="6">
        <dgm:presLayoutVars>
          <dgm:chMax val="0"/>
          <dgm:chPref val="0"/>
          <dgm:bulletEnabled val="1"/>
        </dgm:presLayoutVars>
      </dgm:prSet>
      <dgm:spPr/>
    </dgm:pt>
    <dgm:pt modelId="{F4B67075-B57C-4A0E-8AF4-43F53565FAB5}" type="pres">
      <dgm:prSet presAssocID="{5B4730CD-DB84-4C5D-81B4-AC87A9AEC1E8}" presName="Parent6" presStyleLbl="revTx" presStyleIdx="0" presStyleCnt="6">
        <dgm:presLayoutVars>
          <dgm:chMax val="1"/>
          <dgm:chPref val="1"/>
          <dgm:bulletEnabled val="1"/>
        </dgm:presLayoutVars>
      </dgm:prSet>
      <dgm:spPr/>
    </dgm:pt>
    <dgm:pt modelId="{55BD3945-DD78-489A-924C-84B88B53014F}" type="pres">
      <dgm:prSet presAssocID="{3022E3DA-4EE7-4AB6-A7C5-01BAF50921D4}" presName="Accent5" presStyleCnt="0"/>
      <dgm:spPr/>
    </dgm:pt>
    <dgm:pt modelId="{6C2B9A36-5B93-4D0F-BE1C-23D15F4D5B8D}" type="pres">
      <dgm:prSet presAssocID="{3022E3DA-4EE7-4AB6-A7C5-01BAF50921D4}" presName="Accent" presStyleLbl="node1" presStyleIdx="1" presStyleCnt="6"/>
      <dgm:spPr/>
    </dgm:pt>
    <dgm:pt modelId="{2410A6E2-22EA-4886-B124-5007F3F425AC}" type="pres">
      <dgm:prSet presAssocID="{3022E3DA-4EE7-4AB6-A7C5-01BAF50921D4}" presName="ParentBackground5" presStyleCnt="0"/>
      <dgm:spPr/>
    </dgm:pt>
    <dgm:pt modelId="{715F30A8-24E5-4EB6-9AAB-5F4DD93B855A}" type="pres">
      <dgm:prSet presAssocID="{3022E3DA-4EE7-4AB6-A7C5-01BAF50921D4}" presName="ParentBackground" presStyleLbl="fgAcc1" presStyleIdx="1" presStyleCnt="6"/>
      <dgm:spPr/>
    </dgm:pt>
    <dgm:pt modelId="{010CD08E-4327-4C32-8067-632CEE353983}" type="pres">
      <dgm:prSet presAssocID="{3022E3DA-4EE7-4AB6-A7C5-01BAF50921D4}" presName="Child5" presStyleLbl="revTx" presStyleIdx="1" presStyleCnt="6">
        <dgm:presLayoutVars>
          <dgm:chMax val="0"/>
          <dgm:chPref val="0"/>
          <dgm:bulletEnabled val="1"/>
        </dgm:presLayoutVars>
      </dgm:prSet>
      <dgm:spPr/>
    </dgm:pt>
    <dgm:pt modelId="{EF7D78AC-F3A5-4971-93C8-7ADFC1A6D518}" type="pres">
      <dgm:prSet presAssocID="{3022E3DA-4EE7-4AB6-A7C5-01BAF50921D4}" presName="Parent5" presStyleLbl="revTx" presStyleIdx="1" presStyleCnt="6">
        <dgm:presLayoutVars>
          <dgm:chMax val="1"/>
          <dgm:chPref val="1"/>
          <dgm:bulletEnabled val="1"/>
        </dgm:presLayoutVars>
      </dgm:prSet>
      <dgm:spPr/>
    </dgm:pt>
    <dgm:pt modelId="{9A7A5513-33F6-4847-B7C8-5A9AC76625CC}" type="pres">
      <dgm:prSet presAssocID="{AF80696C-B550-4A50-84E2-A67D5944F54E}" presName="Accent4" presStyleCnt="0"/>
      <dgm:spPr/>
    </dgm:pt>
    <dgm:pt modelId="{44ED74FF-1109-4340-9EC1-F0F7455A49D4}" type="pres">
      <dgm:prSet presAssocID="{AF80696C-B550-4A50-84E2-A67D5944F54E}" presName="Accent" presStyleLbl="node1" presStyleIdx="2" presStyleCnt="6"/>
      <dgm:spPr/>
    </dgm:pt>
    <dgm:pt modelId="{DA7E8947-0AA8-4512-8CEE-CE1CA567031A}" type="pres">
      <dgm:prSet presAssocID="{AF80696C-B550-4A50-84E2-A67D5944F54E}" presName="ParentBackground4" presStyleCnt="0"/>
      <dgm:spPr/>
    </dgm:pt>
    <dgm:pt modelId="{782EF889-0F76-4AEE-A9FB-8B68880DBF95}" type="pres">
      <dgm:prSet presAssocID="{AF80696C-B550-4A50-84E2-A67D5944F54E}" presName="ParentBackground" presStyleLbl="fgAcc1" presStyleIdx="2" presStyleCnt="6"/>
      <dgm:spPr/>
    </dgm:pt>
    <dgm:pt modelId="{1883C9D7-8561-429B-81E7-6C8EF4A3DA8A}" type="pres">
      <dgm:prSet presAssocID="{AF80696C-B550-4A50-84E2-A67D5944F54E}" presName="Child4" presStyleLbl="revTx" presStyleIdx="2" presStyleCnt="6">
        <dgm:presLayoutVars>
          <dgm:chMax val="0"/>
          <dgm:chPref val="0"/>
          <dgm:bulletEnabled val="1"/>
        </dgm:presLayoutVars>
      </dgm:prSet>
      <dgm:spPr/>
    </dgm:pt>
    <dgm:pt modelId="{6E943CA6-C8FF-44F1-8440-7886F93AEC37}" type="pres">
      <dgm:prSet presAssocID="{AF80696C-B550-4A50-84E2-A67D5944F54E}" presName="Parent4" presStyleLbl="revTx" presStyleIdx="2" presStyleCnt="6">
        <dgm:presLayoutVars>
          <dgm:chMax val="1"/>
          <dgm:chPref val="1"/>
          <dgm:bulletEnabled val="1"/>
        </dgm:presLayoutVars>
      </dgm:prSet>
      <dgm:spPr/>
    </dgm:pt>
    <dgm:pt modelId="{3D2BFD22-BB7A-4687-B587-38A6E31082BC}" type="pres">
      <dgm:prSet presAssocID="{C46F00CD-9666-46E8-8EB4-77C44A557F4E}" presName="Accent3" presStyleCnt="0"/>
      <dgm:spPr/>
    </dgm:pt>
    <dgm:pt modelId="{CEDF1A01-C106-410A-A7F0-9DE65D4B0155}" type="pres">
      <dgm:prSet presAssocID="{C46F00CD-9666-46E8-8EB4-77C44A557F4E}" presName="Accent" presStyleLbl="node1" presStyleIdx="3" presStyleCnt="6"/>
      <dgm:spPr/>
    </dgm:pt>
    <dgm:pt modelId="{827C2E22-4E4B-4C8C-B739-355125D2A7E4}" type="pres">
      <dgm:prSet presAssocID="{C46F00CD-9666-46E8-8EB4-77C44A557F4E}" presName="ParentBackground3" presStyleCnt="0"/>
      <dgm:spPr/>
    </dgm:pt>
    <dgm:pt modelId="{8B9DFE73-C67A-457F-AAA2-E67C7B4BA58C}" type="pres">
      <dgm:prSet presAssocID="{C46F00CD-9666-46E8-8EB4-77C44A557F4E}" presName="ParentBackground" presStyleLbl="fgAcc1" presStyleIdx="3" presStyleCnt="6"/>
      <dgm:spPr/>
    </dgm:pt>
    <dgm:pt modelId="{1BF14F01-3CD2-4698-AC40-983C0F320B92}" type="pres">
      <dgm:prSet presAssocID="{C46F00CD-9666-46E8-8EB4-77C44A557F4E}" presName="Child3" presStyleLbl="revTx" presStyleIdx="3" presStyleCnt="6">
        <dgm:presLayoutVars>
          <dgm:chMax val="0"/>
          <dgm:chPref val="0"/>
          <dgm:bulletEnabled val="1"/>
        </dgm:presLayoutVars>
      </dgm:prSet>
      <dgm:spPr/>
    </dgm:pt>
    <dgm:pt modelId="{C7AB8B23-0012-49BB-AE9E-38C39DDAC0BE}" type="pres">
      <dgm:prSet presAssocID="{C46F00CD-9666-46E8-8EB4-77C44A557F4E}" presName="Parent3" presStyleLbl="revTx" presStyleIdx="3" presStyleCnt="6">
        <dgm:presLayoutVars>
          <dgm:chMax val="1"/>
          <dgm:chPref val="1"/>
          <dgm:bulletEnabled val="1"/>
        </dgm:presLayoutVars>
      </dgm:prSet>
      <dgm:spPr/>
    </dgm:pt>
    <dgm:pt modelId="{AECEF43A-0F92-4A01-8578-DD698A5B8EFE}" type="pres">
      <dgm:prSet presAssocID="{931653B1-BC7E-4928-8DB8-62FC7104C4E9}" presName="Accent2" presStyleCnt="0"/>
      <dgm:spPr/>
    </dgm:pt>
    <dgm:pt modelId="{C3767EDE-39E2-4EF7-9FAB-A51A6EECEE95}" type="pres">
      <dgm:prSet presAssocID="{931653B1-BC7E-4928-8DB8-62FC7104C4E9}" presName="Accent" presStyleLbl="node1" presStyleIdx="4" presStyleCnt="6"/>
      <dgm:spPr/>
    </dgm:pt>
    <dgm:pt modelId="{121A0115-23B3-4E1D-9D43-55B12DB66FFF}" type="pres">
      <dgm:prSet presAssocID="{931653B1-BC7E-4928-8DB8-62FC7104C4E9}" presName="ParentBackground2" presStyleCnt="0"/>
      <dgm:spPr/>
    </dgm:pt>
    <dgm:pt modelId="{F0D8C9F6-FD66-4858-AC0E-227A6F9E68D3}" type="pres">
      <dgm:prSet presAssocID="{931653B1-BC7E-4928-8DB8-62FC7104C4E9}" presName="ParentBackground" presStyleLbl="fgAcc1" presStyleIdx="4" presStyleCnt="6"/>
      <dgm:spPr/>
    </dgm:pt>
    <dgm:pt modelId="{22BAD179-E99F-4148-AB6E-F1854E55626D}" type="pres">
      <dgm:prSet presAssocID="{931653B1-BC7E-4928-8DB8-62FC7104C4E9}" presName="Child2" presStyleLbl="revTx" presStyleIdx="4" presStyleCnt="6">
        <dgm:presLayoutVars>
          <dgm:chMax val="0"/>
          <dgm:chPref val="0"/>
          <dgm:bulletEnabled val="1"/>
        </dgm:presLayoutVars>
      </dgm:prSet>
      <dgm:spPr/>
    </dgm:pt>
    <dgm:pt modelId="{8C77DA7E-1426-4C2A-8D03-26AB451708B7}" type="pres">
      <dgm:prSet presAssocID="{931653B1-BC7E-4928-8DB8-62FC7104C4E9}" presName="Parent2" presStyleLbl="revTx" presStyleIdx="4" presStyleCnt="6">
        <dgm:presLayoutVars>
          <dgm:chMax val="1"/>
          <dgm:chPref val="1"/>
          <dgm:bulletEnabled val="1"/>
        </dgm:presLayoutVars>
      </dgm:prSet>
      <dgm:spPr/>
    </dgm:pt>
    <dgm:pt modelId="{9CA5AA86-01A5-42FB-BAF0-01EBD910FDDF}" type="pres">
      <dgm:prSet presAssocID="{41A1B9E4-B48C-443B-A999-A8D87E17C4A0}" presName="Accent1" presStyleCnt="0"/>
      <dgm:spPr/>
    </dgm:pt>
    <dgm:pt modelId="{0114ABF0-7DBE-4E4F-8DF9-BCF6CE2329D5}" type="pres">
      <dgm:prSet presAssocID="{41A1B9E4-B48C-443B-A999-A8D87E17C4A0}" presName="Accent" presStyleLbl="node1" presStyleIdx="5" presStyleCnt="6"/>
      <dgm:spPr/>
    </dgm:pt>
    <dgm:pt modelId="{AB4C0FC0-B6F4-455D-8F11-A5348FE5414F}" type="pres">
      <dgm:prSet presAssocID="{41A1B9E4-B48C-443B-A999-A8D87E17C4A0}" presName="ParentBackground1" presStyleCnt="0"/>
      <dgm:spPr/>
    </dgm:pt>
    <dgm:pt modelId="{2084A852-362E-4FC2-9991-9AE9EAECD15E}" type="pres">
      <dgm:prSet presAssocID="{41A1B9E4-B48C-443B-A999-A8D87E17C4A0}" presName="ParentBackground" presStyleLbl="fgAcc1" presStyleIdx="5" presStyleCnt="6"/>
      <dgm:spPr/>
    </dgm:pt>
    <dgm:pt modelId="{0B671B56-3BFB-4CA9-A06D-6AC7850B1796}" type="pres">
      <dgm:prSet presAssocID="{41A1B9E4-B48C-443B-A999-A8D87E17C4A0}" presName="Child1" presStyleLbl="revTx" presStyleIdx="5" presStyleCnt="6">
        <dgm:presLayoutVars>
          <dgm:chMax val="0"/>
          <dgm:chPref val="0"/>
          <dgm:bulletEnabled val="1"/>
        </dgm:presLayoutVars>
      </dgm:prSet>
      <dgm:spPr/>
    </dgm:pt>
    <dgm:pt modelId="{C040CF46-7E39-495D-A833-46320B1A806A}" type="pres">
      <dgm:prSet presAssocID="{41A1B9E4-B48C-443B-A999-A8D87E17C4A0}" presName="Parent1" presStyleLbl="revTx" presStyleIdx="5" presStyleCnt="6">
        <dgm:presLayoutVars>
          <dgm:chMax val="1"/>
          <dgm:chPref val="1"/>
          <dgm:bulletEnabled val="1"/>
        </dgm:presLayoutVars>
      </dgm:prSet>
      <dgm:spPr/>
    </dgm:pt>
  </dgm:ptLst>
  <dgm:cxnLst>
    <dgm:cxn modelId="{8F59F904-351B-4E3F-B7E2-7E06ACC92CBB}" type="presOf" srcId="{C46F00CD-9666-46E8-8EB4-77C44A557F4E}" destId="{C7AB8B23-0012-49BB-AE9E-38C39DDAC0BE}" srcOrd="1" destOrd="0" presId="urn:microsoft.com/office/officeart/2011/layout/CircleProcess"/>
    <dgm:cxn modelId="{E3C5290A-44D4-438C-AF8F-EF447E0FC698}" type="presOf" srcId="{AF80696C-B550-4A50-84E2-A67D5944F54E}" destId="{782EF889-0F76-4AEE-A9FB-8B68880DBF95}" srcOrd="0" destOrd="0" presId="urn:microsoft.com/office/officeart/2011/layout/CircleProcess"/>
    <dgm:cxn modelId="{9CE4C50E-3B2E-43EE-85FA-A8101655C658}" type="presOf" srcId="{3C831782-E1ED-46E7-9E24-4253557C6494}" destId="{1BF14F01-3CD2-4698-AC40-983C0F320B92}" srcOrd="0" destOrd="1" presId="urn:microsoft.com/office/officeart/2011/layout/CircleProcess"/>
    <dgm:cxn modelId="{B3CE9415-F14D-44E1-A352-6F9E3E83147F}" type="presOf" srcId="{AF80696C-B550-4A50-84E2-A67D5944F54E}" destId="{6E943CA6-C8FF-44F1-8440-7886F93AEC37}" srcOrd="1" destOrd="0" presId="urn:microsoft.com/office/officeart/2011/layout/CircleProcess"/>
    <dgm:cxn modelId="{1B19DF16-5353-45BB-9ED8-AA0803DFCAB5}" type="presOf" srcId="{DDF58C61-50B5-448A-935D-855BEB8561F1}" destId="{22BAD179-E99F-4148-AB6E-F1854E55626D}" srcOrd="0" destOrd="1" presId="urn:microsoft.com/office/officeart/2011/layout/CircleProcess"/>
    <dgm:cxn modelId="{33B3E926-98B3-401E-9A47-37DE37417B85}" type="presOf" srcId="{D3513FA3-1A7D-4CD3-988A-F44C66E27689}" destId="{1BF14F01-3CD2-4698-AC40-983C0F320B92}" srcOrd="0" destOrd="0" presId="urn:microsoft.com/office/officeart/2011/layout/CircleProcess"/>
    <dgm:cxn modelId="{D09F7727-01DE-4E7D-B0F5-2EB75FFC7257}" srcId="{931653B1-BC7E-4928-8DB8-62FC7104C4E9}" destId="{8B1528EA-CAFF-45EA-A19C-19BC69858502}" srcOrd="0" destOrd="0" parTransId="{1293B98C-CFDC-447E-86F6-AE996502DE5A}" sibTransId="{BA02E9B6-06D7-4644-92F1-0D74BDFFF772}"/>
    <dgm:cxn modelId="{F4A3D628-AC93-4141-A517-B9FE27C38A1C}" srcId="{167A9433-BD15-4E3D-9E5E-A7E84321E8B9}" destId="{41A1B9E4-B48C-443B-A999-A8D87E17C4A0}" srcOrd="0" destOrd="0" parTransId="{5E3087A2-6EA4-4101-BC74-918F938189AB}" sibTransId="{3844A3E7-926C-4480-A0E7-589240CD003A}"/>
    <dgm:cxn modelId="{26B9052E-C5F8-40F6-8587-1C81F267B7F1}" srcId="{AF80696C-B550-4A50-84E2-A67D5944F54E}" destId="{865FD6A5-5EE0-4CFE-BC9B-9C6DF64BF3FF}" srcOrd="0" destOrd="0" parTransId="{2745BA8C-6067-43A9-AFE4-EE9879B4F14D}" sibTransId="{5347A306-0F9F-48D7-9D60-F9CD09CA0089}"/>
    <dgm:cxn modelId="{30D55033-A567-4ABD-9D7D-C43FE29AA4FE}" type="presOf" srcId="{C46F00CD-9666-46E8-8EB4-77C44A557F4E}" destId="{8B9DFE73-C67A-457F-AAA2-E67C7B4BA58C}" srcOrd="0" destOrd="0" presId="urn:microsoft.com/office/officeart/2011/layout/CircleProcess"/>
    <dgm:cxn modelId="{19AFB85D-39BE-41E7-A361-93D04C8B7A95}" srcId="{167A9433-BD15-4E3D-9E5E-A7E84321E8B9}" destId="{3022E3DA-4EE7-4AB6-A7C5-01BAF50921D4}" srcOrd="4" destOrd="0" parTransId="{92D0170E-F45C-443E-8D99-99D43C4514D2}" sibTransId="{C1B102D3-9E13-4419-924C-951CAE564862}"/>
    <dgm:cxn modelId="{412E5643-B28D-4A64-A5EA-64A41C3258CE}" type="presOf" srcId="{167A9433-BD15-4E3D-9E5E-A7E84321E8B9}" destId="{2A441313-EDB7-4679-AC4A-D3CBB27F1758}" srcOrd="0" destOrd="0" presId="urn:microsoft.com/office/officeart/2011/layout/CircleProcess"/>
    <dgm:cxn modelId="{A53FF449-C9CB-4C36-8F28-AB86AA8EADFD}" srcId="{167A9433-BD15-4E3D-9E5E-A7E84321E8B9}" destId="{C46F00CD-9666-46E8-8EB4-77C44A557F4E}" srcOrd="2" destOrd="0" parTransId="{450E6CD6-2AB6-4F33-85C3-9CC191EDCBC4}" sibTransId="{5B633824-7BE8-4AC2-ACCE-781277D00F62}"/>
    <dgm:cxn modelId="{FC6FCB6D-53AA-45F2-8391-8435989AFF95}" type="presOf" srcId="{EC6CCBDD-5B4B-4E6F-96B0-5879AFA446D4}" destId="{010CD08E-4327-4C32-8067-632CEE353983}" srcOrd="0" destOrd="0" presId="urn:microsoft.com/office/officeart/2011/layout/CircleProcess"/>
    <dgm:cxn modelId="{465F1271-D456-48E6-A640-AA7AC1305425}" srcId="{C46F00CD-9666-46E8-8EB4-77C44A557F4E}" destId="{3C831782-E1ED-46E7-9E24-4253557C6494}" srcOrd="1" destOrd="0" parTransId="{D7C7B768-14D6-44E3-9AD2-40A2C4316E4C}" sibTransId="{6F5EFCDC-264E-4DA3-AAAE-FF935AC02A00}"/>
    <dgm:cxn modelId="{14BEB053-46C8-47FF-A519-EE45ED791623}" type="presOf" srcId="{41A1B9E4-B48C-443B-A999-A8D87E17C4A0}" destId="{2084A852-362E-4FC2-9991-9AE9EAECD15E}" srcOrd="0" destOrd="0" presId="urn:microsoft.com/office/officeart/2011/layout/CircleProcess"/>
    <dgm:cxn modelId="{D6644175-B1CB-41DB-A61E-FFCF8140016C}" type="presOf" srcId="{7BEEB516-5E51-4403-BFFC-4E7A866687AB}" destId="{0B671B56-3BFB-4CA9-A06D-6AC7850B1796}" srcOrd="0" destOrd="1" presId="urn:microsoft.com/office/officeart/2011/layout/CircleProcess"/>
    <dgm:cxn modelId="{4B701858-369F-4FC8-B49B-0DD17AB72F2C}" type="presOf" srcId="{3022E3DA-4EE7-4AB6-A7C5-01BAF50921D4}" destId="{715F30A8-24E5-4EB6-9AAB-5F4DD93B855A}" srcOrd="0" destOrd="0" presId="urn:microsoft.com/office/officeart/2011/layout/CircleProcess"/>
    <dgm:cxn modelId="{91913678-0FE3-45B7-82E1-B9D02B20D07E}" srcId="{167A9433-BD15-4E3D-9E5E-A7E84321E8B9}" destId="{AF80696C-B550-4A50-84E2-A67D5944F54E}" srcOrd="3" destOrd="0" parTransId="{A6DCD9ED-76AD-46B9-8B61-B496CDC6C6AC}" sibTransId="{895E2B57-6128-4D3B-8D25-F8DCDA1F198A}"/>
    <dgm:cxn modelId="{35A31D92-C5A5-433E-BAFA-2C7411B52C94}" type="presOf" srcId="{3022E3DA-4EE7-4AB6-A7C5-01BAF50921D4}" destId="{EF7D78AC-F3A5-4971-93C8-7ADFC1A6D518}" srcOrd="1" destOrd="0" presId="urn:microsoft.com/office/officeart/2011/layout/CircleProcess"/>
    <dgm:cxn modelId="{58289B93-5257-45C7-A226-B4383B100DF2}" type="presOf" srcId="{41A1B9E4-B48C-443B-A999-A8D87E17C4A0}" destId="{C040CF46-7E39-495D-A833-46320B1A806A}" srcOrd="1" destOrd="0" presId="urn:microsoft.com/office/officeart/2011/layout/CircleProcess"/>
    <dgm:cxn modelId="{24DFEB97-5042-4A8E-BE4B-9DA63A6E7BEF}" srcId="{5B4730CD-DB84-4C5D-81B4-AC87A9AEC1E8}" destId="{8FDDC4AE-4BB7-4121-B123-25B609B10DC1}" srcOrd="0" destOrd="0" parTransId="{7B8C5FCA-247B-476C-944C-E7343F8BC251}" sibTransId="{DBD27827-ECDB-4D55-BAEB-282C78849770}"/>
    <dgm:cxn modelId="{135EC898-E0A7-435D-B7AC-D0873182C8FA}" type="presOf" srcId="{865FD6A5-5EE0-4CFE-BC9B-9C6DF64BF3FF}" destId="{1883C9D7-8561-429B-81E7-6C8EF4A3DA8A}" srcOrd="0" destOrd="0" presId="urn:microsoft.com/office/officeart/2011/layout/CircleProcess"/>
    <dgm:cxn modelId="{44190D9E-644B-43EA-A199-9C38E387B6F5}" type="presOf" srcId="{931653B1-BC7E-4928-8DB8-62FC7104C4E9}" destId="{8C77DA7E-1426-4C2A-8D03-26AB451708B7}" srcOrd="1" destOrd="0" presId="urn:microsoft.com/office/officeart/2011/layout/CircleProcess"/>
    <dgm:cxn modelId="{3F2A2CA2-6183-49C7-A4E1-18D210FCEE26}" type="presOf" srcId="{8FDDC4AE-4BB7-4121-B123-25B609B10DC1}" destId="{47525497-7EE8-42E8-A167-7A5E620930FA}" srcOrd="0" destOrd="0" presId="urn:microsoft.com/office/officeart/2011/layout/CircleProcess"/>
    <dgm:cxn modelId="{AAA8EDB1-A78A-4C5F-85A5-5CC87F0C4939}" type="presOf" srcId="{5B4730CD-DB84-4C5D-81B4-AC87A9AEC1E8}" destId="{C5B28091-1153-4412-A5C5-90A1D926C0EF}" srcOrd="0" destOrd="0" presId="urn:microsoft.com/office/officeart/2011/layout/CircleProcess"/>
    <dgm:cxn modelId="{528A33BE-FE8C-47D9-B467-CE6A1CDF37A1}" type="presOf" srcId="{5B4730CD-DB84-4C5D-81B4-AC87A9AEC1E8}" destId="{F4B67075-B57C-4A0E-8AF4-43F53565FAB5}" srcOrd="1" destOrd="0" presId="urn:microsoft.com/office/officeart/2011/layout/CircleProcess"/>
    <dgm:cxn modelId="{2CB87EBF-CB5B-4D33-B419-6700375046CF}" srcId="{3022E3DA-4EE7-4AB6-A7C5-01BAF50921D4}" destId="{EC6CCBDD-5B4B-4E6F-96B0-5879AFA446D4}" srcOrd="0" destOrd="0" parTransId="{EFBAC88A-EA9C-46A9-A32B-4D43F76E754D}" sibTransId="{95BD4ED0-6BD5-4C65-9F08-B27C020500E7}"/>
    <dgm:cxn modelId="{CE8FEEBF-5FB4-4252-8AB3-B3D1D3C67B38}" srcId="{931653B1-BC7E-4928-8DB8-62FC7104C4E9}" destId="{DDF58C61-50B5-448A-935D-855BEB8561F1}" srcOrd="1" destOrd="0" parTransId="{B0337E74-0C76-4E22-85D1-6D4BEDDEBFD9}" sibTransId="{DC932510-8F2E-4AD2-BAE8-798281BCD83C}"/>
    <dgm:cxn modelId="{7BE53BC2-6238-42A5-88F9-8793EB4AF4AE}" srcId="{41A1B9E4-B48C-443B-A999-A8D87E17C4A0}" destId="{7BEEB516-5E51-4403-BFFC-4E7A866687AB}" srcOrd="1" destOrd="0" parTransId="{3DC96D00-237F-4D3B-8A9C-2A12E1685998}" sibTransId="{52E1E1DB-60EA-457F-99CA-BDF093FA2FA4}"/>
    <dgm:cxn modelId="{88B1FCCF-7890-489D-860D-A314710B61AE}" type="presOf" srcId="{8FAFD7D8-0FEA-43A1-804E-F4C36D5CA209}" destId="{0B671B56-3BFB-4CA9-A06D-6AC7850B1796}" srcOrd="0" destOrd="0" presId="urn:microsoft.com/office/officeart/2011/layout/CircleProcess"/>
    <dgm:cxn modelId="{DDB2E8D7-B6FA-4321-95C3-C336A0958E61}" type="presOf" srcId="{931653B1-BC7E-4928-8DB8-62FC7104C4E9}" destId="{F0D8C9F6-FD66-4858-AC0E-227A6F9E68D3}" srcOrd="0" destOrd="0" presId="urn:microsoft.com/office/officeart/2011/layout/CircleProcess"/>
    <dgm:cxn modelId="{E1C362E3-2FAF-4692-B589-FD0CB5ABDD0D}" srcId="{167A9433-BD15-4E3D-9E5E-A7E84321E8B9}" destId="{5B4730CD-DB84-4C5D-81B4-AC87A9AEC1E8}" srcOrd="5" destOrd="0" parTransId="{7279F16E-D7C1-4EB4-A099-ACE6F1433F66}" sibTransId="{62833CFC-CE14-477A-AB03-ADE04B5DE794}"/>
    <dgm:cxn modelId="{71BA52E6-0655-4A21-8C7F-09C2AA83AE38}" srcId="{167A9433-BD15-4E3D-9E5E-A7E84321E8B9}" destId="{931653B1-BC7E-4928-8DB8-62FC7104C4E9}" srcOrd="1" destOrd="0" parTransId="{19E2A9C0-4A92-41F6-8F1F-B2AE2CB4D2F8}" sibTransId="{685A3370-79D9-42DD-9745-24A742D4E2B6}"/>
    <dgm:cxn modelId="{49F318E7-61A2-426A-A004-AFEF9D7BFB0E}" srcId="{C46F00CD-9666-46E8-8EB4-77C44A557F4E}" destId="{D3513FA3-1A7D-4CD3-988A-F44C66E27689}" srcOrd="0" destOrd="0" parTransId="{DBC2F6F8-4A37-4A9B-A6E1-9B5EA877B153}" sibTransId="{BDD65D60-E650-4B6A-A48F-C5ED813D107C}"/>
    <dgm:cxn modelId="{CA5CD5E8-C9E8-4D2A-8464-456D47A29FBF}" type="presOf" srcId="{8B1528EA-CAFF-45EA-A19C-19BC69858502}" destId="{22BAD179-E99F-4148-AB6E-F1854E55626D}" srcOrd="0" destOrd="0" presId="urn:microsoft.com/office/officeart/2011/layout/CircleProcess"/>
    <dgm:cxn modelId="{80D37DF1-B636-4ABC-9829-3907ABE7B44B}" srcId="{41A1B9E4-B48C-443B-A999-A8D87E17C4A0}" destId="{8FAFD7D8-0FEA-43A1-804E-F4C36D5CA209}" srcOrd="0" destOrd="0" parTransId="{18AAEE01-D6C0-4E7A-90AB-2AD22A47D9A5}" sibTransId="{5C8EA285-B2A4-44D9-A83C-D8A38A27DA53}"/>
    <dgm:cxn modelId="{45144ABD-E44A-4A3C-B022-3884B41BA3B7}" type="presParOf" srcId="{2A441313-EDB7-4679-AC4A-D3CBB27F1758}" destId="{08F5953B-B452-4B48-9B03-DB0942C0B726}" srcOrd="0" destOrd="0" presId="urn:microsoft.com/office/officeart/2011/layout/CircleProcess"/>
    <dgm:cxn modelId="{338511F7-3CDF-40E5-8627-5C2D29156867}" type="presParOf" srcId="{08F5953B-B452-4B48-9B03-DB0942C0B726}" destId="{74FE7326-4BEF-45E0-952B-4C081820066E}" srcOrd="0" destOrd="0" presId="urn:microsoft.com/office/officeart/2011/layout/CircleProcess"/>
    <dgm:cxn modelId="{57BC26A1-05D0-4BF4-B213-29BD472FB7F3}" type="presParOf" srcId="{2A441313-EDB7-4679-AC4A-D3CBB27F1758}" destId="{AA872257-48BC-47B1-9BA9-220ECF0EAA42}" srcOrd="1" destOrd="0" presId="urn:microsoft.com/office/officeart/2011/layout/CircleProcess"/>
    <dgm:cxn modelId="{F7F38738-F03A-4CFE-B229-DD318B16034B}" type="presParOf" srcId="{AA872257-48BC-47B1-9BA9-220ECF0EAA42}" destId="{C5B28091-1153-4412-A5C5-90A1D926C0EF}" srcOrd="0" destOrd="0" presId="urn:microsoft.com/office/officeart/2011/layout/CircleProcess"/>
    <dgm:cxn modelId="{8D1D5F6E-5CA9-4266-AFFC-B45849101C07}" type="presParOf" srcId="{2A441313-EDB7-4679-AC4A-D3CBB27F1758}" destId="{47525497-7EE8-42E8-A167-7A5E620930FA}" srcOrd="2" destOrd="0" presId="urn:microsoft.com/office/officeart/2011/layout/CircleProcess"/>
    <dgm:cxn modelId="{AB25E8B7-298D-4510-876D-D4365B7C1121}" type="presParOf" srcId="{2A441313-EDB7-4679-AC4A-D3CBB27F1758}" destId="{F4B67075-B57C-4A0E-8AF4-43F53565FAB5}" srcOrd="3" destOrd="0" presId="urn:microsoft.com/office/officeart/2011/layout/CircleProcess"/>
    <dgm:cxn modelId="{F9B48DFF-139B-4177-930A-4241E5BE912B}" type="presParOf" srcId="{2A441313-EDB7-4679-AC4A-D3CBB27F1758}" destId="{55BD3945-DD78-489A-924C-84B88B53014F}" srcOrd="4" destOrd="0" presId="urn:microsoft.com/office/officeart/2011/layout/CircleProcess"/>
    <dgm:cxn modelId="{3FC9A0AF-97F8-410F-B08E-2E37A0E2C7EE}" type="presParOf" srcId="{55BD3945-DD78-489A-924C-84B88B53014F}" destId="{6C2B9A36-5B93-4D0F-BE1C-23D15F4D5B8D}" srcOrd="0" destOrd="0" presId="urn:microsoft.com/office/officeart/2011/layout/CircleProcess"/>
    <dgm:cxn modelId="{2EF44FF9-0A36-45F0-85EE-4A8669D580E4}" type="presParOf" srcId="{2A441313-EDB7-4679-AC4A-D3CBB27F1758}" destId="{2410A6E2-22EA-4886-B124-5007F3F425AC}" srcOrd="5" destOrd="0" presId="urn:microsoft.com/office/officeart/2011/layout/CircleProcess"/>
    <dgm:cxn modelId="{C6BF1C3C-CD55-4C1F-A613-1E5C08F24BBE}" type="presParOf" srcId="{2410A6E2-22EA-4886-B124-5007F3F425AC}" destId="{715F30A8-24E5-4EB6-9AAB-5F4DD93B855A}" srcOrd="0" destOrd="0" presId="urn:microsoft.com/office/officeart/2011/layout/CircleProcess"/>
    <dgm:cxn modelId="{5ED3B402-E018-43C0-8CBB-783AEABF8B1C}" type="presParOf" srcId="{2A441313-EDB7-4679-AC4A-D3CBB27F1758}" destId="{010CD08E-4327-4C32-8067-632CEE353983}" srcOrd="6" destOrd="0" presId="urn:microsoft.com/office/officeart/2011/layout/CircleProcess"/>
    <dgm:cxn modelId="{D3B3A2CD-7F0E-4C21-824E-2D6D8DF270B6}" type="presParOf" srcId="{2A441313-EDB7-4679-AC4A-D3CBB27F1758}" destId="{EF7D78AC-F3A5-4971-93C8-7ADFC1A6D518}" srcOrd="7" destOrd="0" presId="urn:microsoft.com/office/officeart/2011/layout/CircleProcess"/>
    <dgm:cxn modelId="{9D99C1F4-EABD-4B2B-87AF-56C129AD02AB}" type="presParOf" srcId="{2A441313-EDB7-4679-AC4A-D3CBB27F1758}" destId="{9A7A5513-33F6-4847-B7C8-5A9AC76625CC}" srcOrd="8" destOrd="0" presId="urn:microsoft.com/office/officeart/2011/layout/CircleProcess"/>
    <dgm:cxn modelId="{7F546090-2827-4A09-8871-9E2D31322ADD}" type="presParOf" srcId="{9A7A5513-33F6-4847-B7C8-5A9AC76625CC}" destId="{44ED74FF-1109-4340-9EC1-F0F7455A49D4}" srcOrd="0" destOrd="0" presId="urn:microsoft.com/office/officeart/2011/layout/CircleProcess"/>
    <dgm:cxn modelId="{33571342-3E6E-48E7-AB7C-76C101646498}" type="presParOf" srcId="{2A441313-EDB7-4679-AC4A-D3CBB27F1758}" destId="{DA7E8947-0AA8-4512-8CEE-CE1CA567031A}" srcOrd="9" destOrd="0" presId="urn:microsoft.com/office/officeart/2011/layout/CircleProcess"/>
    <dgm:cxn modelId="{6AE4AB86-EB0C-4D5E-978B-B3282487679D}" type="presParOf" srcId="{DA7E8947-0AA8-4512-8CEE-CE1CA567031A}" destId="{782EF889-0F76-4AEE-A9FB-8B68880DBF95}" srcOrd="0" destOrd="0" presId="urn:microsoft.com/office/officeart/2011/layout/CircleProcess"/>
    <dgm:cxn modelId="{7B41FC94-1424-47ED-A228-45DABDA24B03}" type="presParOf" srcId="{2A441313-EDB7-4679-AC4A-D3CBB27F1758}" destId="{1883C9D7-8561-429B-81E7-6C8EF4A3DA8A}" srcOrd="10" destOrd="0" presId="urn:microsoft.com/office/officeart/2011/layout/CircleProcess"/>
    <dgm:cxn modelId="{29D08E0A-B3BC-4ED6-96A5-B7A04F160530}" type="presParOf" srcId="{2A441313-EDB7-4679-AC4A-D3CBB27F1758}" destId="{6E943CA6-C8FF-44F1-8440-7886F93AEC37}" srcOrd="11" destOrd="0" presId="urn:microsoft.com/office/officeart/2011/layout/CircleProcess"/>
    <dgm:cxn modelId="{374D1363-BF72-40DD-BAF1-55C2CE32DA81}" type="presParOf" srcId="{2A441313-EDB7-4679-AC4A-D3CBB27F1758}" destId="{3D2BFD22-BB7A-4687-B587-38A6E31082BC}" srcOrd="12" destOrd="0" presId="urn:microsoft.com/office/officeart/2011/layout/CircleProcess"/>
    <dgm:cxn modelId="{B7B34789-7F5D-4B65-BD00-8B42D92836B9}" type="presParOf" srcId="{3D2BFD22-BB7A-4687-B587-38A6E31082BC}" destId="{CEDF1A01-C106-410A-A7F0-9DE65D4B0155}" srcOrd="0" destOrd="0" presId="urn:microsoft.com/office/officeart/2011/layout/CircleProcess"/>
    <dgm:cxn modelId="{A9EEA8E3-2B22-4799-BD87-4A3E97FC6EAD}" type="presParOf" srcId="{2A441313-EDB7-4679-AC4A-D3CBB27F1758}" destId="{827C2E22-4E4B-4C8C-B739-355125D2A7E4}" srcOrd="13" destOrd="0" presId="urn:microsoft.com/office/officeart/2011/layout/CircleProcess"/>
    <dgm:cxn modelId="{16FA3935-CE70-401C-88D7-08EB122197A8}" type="presParOf" srcId="{827C2E22-4E4B-4C8C-B739-355125D2A7E4}" destId="{8B9DFE73-C67A-457F-AAA2-E67C7B4BA58C}" srcOrd="0" destOrd="0" presId="urn:microsoft.com/office/officeart/2011/layout/CircleProcess"/>
    <dgm:cxn modelId="{9D8FEAD0-A60A-43F8-9BBF-BE899A7C30BC}" type="presParOf" srcId="{2A441313-EDB7-4679-AC4A-D3CBB27F1758}" destId="{1BF14F01-3CD2-4698-AC40-983C0F320B92}" srcOrd="14" destOrd="0" presId="urn:microsoft.com/office/officeart/2011/layout/CircleProcess"/>
    <dgm:cxn modelId="{420A3F0D-A262-4A5A-A5D6-3E3DF23FF3C1}" type="presParOf" srcId="{2A441313-EDB7-4679-AC4A-D3CBB27F1758}" destId="{C7AB8B23-0012-49BB-AE9E-38C39DDAC0BE}" srcOrd="15" destOrd="0" presId="urn:microsoft.com/office/officeart/2011/layout/CircleProcess"/>
    <dgm:cxn modelId="{78C1FC99-269A-4A8F-8350-E87CEE1FFBA4}" type="presParOf" srcId="{2A441313-EDB7-4679-AC4A-D3CBB27F1758}" destId="{AECEF43A-0F92-4A01-8578-DD698A5B8EFE}" srcOrd="16" destOrd="0" presId="urn:microsoft.com/office/officeart/2011/layout/CircleProcess"/>
    <dgm:cxn modelId="{F373B969-1EEA-4FF8-BE3C-A667943CD42F}" type="presParOf" srcId="{AECEF43A-0F92-4A01-8578-DD698A5B8EFE}" destId="{C3767EDE-39E2-4EF7-9FAB-A51A6EECEE95}" srcOrd="0" destOrd="0" presId="urn:microsoft.com/office/officeart/2011/layout/CircleProcess"/>
    <dgm:cxn modelId="{75984975-050B-45CB-872B-06ED622F6C40}" type="presParOf" srcId="{2A441313-EDB7-4679-AC4A-D3CBB27F1758}" destId="{121A0115-23B3-4E1D-9D43-55B12DB66FFF}" srcOrd="17" destOrd="0" presId="urn:microsoft.com/office/officeart/2011/layout/CircleProcess"/>
    <dgm:cxn modelId="{BA5425FE-CB86-438E-AA2B-C8D3C70C793F}" type="presParOf" srcId="{121A0115-23B3-4E1D-9D43-55B12DB66FFF}" destId="{F0D8C9F6-FD66-4858-AC0E-227A6F9E68D3}" srcOrd="0" destOrd="0" presId="urn:microsoft.com/office/officeart/2011/layout/CircleProcess"/>
    <dgm:cxn modelId="{75293896-D534-4B42-84F3-2E7E7715846C}" type="presParOf" srcId="{2A441313-EDB7-4679-AC4A-D3CBB27F1758}" destId="{22BAD179-E99F-4148-AB6E-F1854E55626D}" srcOrd="18" destOrd="0" presId="urn:microsoft.com/office/officeart/2011/layout/CircleProcess"/>
    <dgm:cxn modelId="{E74985DE-01AA-4B35-98F2-74F9073E35F4}" type="presParOf" srcId="{2A441313-EDB7-4679-AC4A-D3CBB27F1758}" destId="{8C77DA7E-1426-4C2A-8D03-26AB451708B7}" srcOrd="19" destOrd="0" presId="urn:microsoft.com/office/officeart/2011/layout/CircleProcess"/>
    <dgm:cxn modelId="{D7CDDA0F-DDFD-476E-AD59-8791ABC27B4D}" type="presParOf" srcId="{2A441313-EDB7-4679-AC4A-D3CBB27F1758}" destId="{9CA5AA86-01A5-42FB-BAF0-01EBD910FDDF}" srcOrd="20" destOrd="0" presId="urn:microsoft.com/office/officeart/2011/layout/CircleProcess"/>
    <dgm:cxn modelId="{009913DB-2DD7-4055-94B2-DEB62E6963AF}" type="presParOf" srcId="{9CA5AA86-01A5-42FB-BAF0-01EBD910FDDF}" destId="{0114ABF0-7DBE-4E4F-8DF9-BCF6CE2329D5}" srcOrd="0" destOrd="0" presId="urn:microsoft.com/office/officeart/2011/layout/CircleProcess"/>
    <dgm:cxn modelId="{9372AF15-7EE5-4142-ADAA-D06F5465FE87}" type="presParOf" srcId="{2A441313-EDB7-4679-AC4A-D3CBB27F1758}" destId="{AB4C0FC0-B6F4-455D-8F11-A5348FE5414F}" srcOrd="21" destOrd="0" presId="urn:microsoft.com/office/officeart/2011/layout/CircleProcess"/>
    <dgm:cxn modelId="{CE5CB954-3793-414D-B1DE-FB9B8E61F579}" type="presParOf" srcId="{AB4C0FC0-B6F4-455D-8F11-A5348FE5414F}" destId="{2084A852-362E-4FC2-9991-9AE9EAECD15E}" srcOrd="0" destOrd="0" presId="urn:microsoft.com/office/officeart/2011/layout/CircleProcess"/>
    <dgm:cxn modelId="{88D28268-F0E8-4E8E-B0A8-A1B6077A8D9B}" type="presParOf" srcId="{2A441313-EDB7-4679-AC4A-D3CBB27F1758}" destId="{0B671B56-3BFB-4CA9-A06D-6AC7850B1796}" srcOrd="22" destOrd="0" presId="urn:microsoft.com/office/officeart/2011/layout/CircleProcess"/>
    <dgm:cxn modelId="{88483EF1-0395-4E19-9F5A-AE2CC26D70B7}" type="presParOf" srcId="{2A441313-EDB7-4679-AC4A-D3CBB27F1758}" destId="{C040CF46-7E39-495D-A833-46320B1A806A}" srcOrd="23"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0810D1-84D3-4B90-8EB6-A7A02AA079D2}" type="doc">
      <dgm:prSet loTypeId="urn:microsoft.com/office/officeart/2005/8/layout/target3" loCatId="list" qsTypeId="urn:microsoft.com/office/officeart/2005/8/quickstyle/simple1" qsCatId="simple" csTypeId="urn:microsoft.com/office/officeart/2005/8/colors/accent1_2" csCatId="accent1" phldr="1"/>
      <dgm:spPr/>
      <dgm:t>
        <a:bodyPr/>
        <a:lstStyle/>
        <a:p>
          <a:endParaRPr lang="en-US"/>
        </a:p>
      </dgm:t>
    </dgm:pt>
    <dgm:pt modelId="{57CD817B-8021-4D7E-B714-D7BC84BDD4A9}">
      <dgm:prSet phldrT="[Text]" phldr="0"/>
      <dgm:spPr/>
      <dgm:t>
        <a:bodyPr/>
        <a:lstStyle/>
        <a:p>
          <a:r>
            <a:rPr lang="en-US" dirty="0"/>
            <a:t>Domain</a:t>
          </a:r>
        </a:p>
      </dgm:t>
    </dgm:pt>
    <dgm:pt modelId="{FC8AC445-460D-47A7-BDD7-E8E444F269A5}" type="parTrans" cxnId="{F1DAF678-3E09-4732-BF73-6C4DBFBE1C5C}">
      <dgm:prSet/>
      <dgm:spPr/>
      <dgm:t>
        <a:bodyPr/>
        <a:lstStyle/>
        <a:p>
          <a:endParaRPr lang="en-US"/>
        </a:p>
      </dgm:t>
    </dgm:pt>
    <dgm:pt modelId="{64040A49-A88B-49B0-ABC2-4B08BD4094D4}" type="sibTrans" cxnId="{F1DAF678-3E09-4732-BF73-6C4DBFBE1C5C}">
      <dgm:prSet/>
      <dgm:spPr/>
      <dgm:t>
        <a:bodyPr/>
        <a:lstStyle/>
        <a:p>
          <a:endParaRPr lang="en-US"/>
        </a:p>
      </dgm:t>
    </dgm:pt>
    <dgm:pt modelId="{3CF0F3CB-37E0-488B-A5DD-918FA86631ED}">
      <dgm:prSet phldrT="[Text]" phldr="0"/>
      <dgm:spPr/>
      <dgm:t>
        <a:bodyPr/>
        <a:lstStyle/>
        <a:p>
          <a:r>
            <a:rPr lang="en-US" dirty="0"/>
            <a:t>Rules &amp; Validation</a:t>
          </a:r>
        </a:p>
      </dgm:t>
    </dgm:pt>
    <dgm:pt modelId="{859EBDE7-D711-411C-B09A-648FFD8DCBA2}" type="parTrans" cxnId="{B78E3B4E-D201-4843-B47B-F890645388DF}">
      <dgm:prSet/>
      <dgm:spPr/>
      <dgm:t>
        <a:bodyPr/>
        <a:lstStyle/>
        <a:p>
          <a:endParaRPr lang="en-US"/>
        </a:p>
      </dgm:t>
    </dgm:pt>
    <dgm:pt modelId="{703EBEF3-FA0F-4DB8-9C6B-2B0F42D02E71}" type="sibTrans" cxnId="{B78E3B4E-D201-4843-B47B-F890645388DF}">
      <dgm:prSet/>
      <dgm:spPr/>
      <dgm:t>
        <a:bodyPr/>
        <a:lstStyle/>
        <a:p>
          <a:endParaRPr lang="en-US"/>
        </a:p>
      </dgm:t>
    </dgm:pt>
    <dgm:pt modelId="{D41710B8-0C36-4AA3-B12D-35E551B04FE6}">
      <dgm:prSet phldrT="[Text]" phldr="0"/>
      <dgm:spPr/>
      <dgm:t>
        <a:bodyPr/>
        <a:lstStyle/>
        <a:p>
          <a:r>
            <a:rPr lang="en-US" dirty="0"/>
            <a:t>Application</a:t>
          </a:r>
        </a:p>
      </dgm:t>
    </dgm:pt>
    <dgm:pt modelId="{A8AAA664-840B-4991-9E95-5BFBEA94AEF6}" type="parTrans" cxnId="{A4513821-4801-4D18-848F-A12D2F82F563}">
      <dgm:prSet/>
      <dgm:spPr/>
      <dgm:t>
        <a:bodyPr/>
        <a:lstStyle/>
        <a:p>
          <a:endParaRPr lang="en-US"/>
        </a:p>
      </dgm:t>
    </dgm:pt>
    <dgm:pt modelId="{4B50662E-8A07-4346-BBA7-6DF770BB3DCE}" type="sibTrans" cxnId="{A4513821-4801-4D18-848F-A12D2F82F563}">
      <dgm:prSet/>
      <dgm:spPr/>
      <dgm:t>
        <a:bodyPr/>
        <a:lstStyle/>
        <a:p>
          <a:endParaRPr lang="en-US"/>
        </a:p>
      </dgm:t>
    </dgm:pt>
    <dgm:pt modelId="{48CA6FC5-8A00-4196-AAB1-BA33D92FE3C8}">
      <dgm:prSet phldrT="[Text]" phldr="0"/>
      <dgm:spPr/>
      <dgm:t>
        <a:bodyPr/>
        <a:lstStyle/>
        <a:p>
          <a:r>
            <a:rPr lang="en-US" dirty="0"/>
            <a:t>Turn Flow &amp; Game Initialization</a:t>
          </a:r>
        </a:p>
      </dgm:t>
    </dgm:pt>
    <dgm:pt modelId="{5D1A6D05-E468-4E32-9DC1-4880CFF9210C}" type="parTrans" cxnId="{11FC89F2-60C2-4D31-A448-F5B0E8132065}">
      <dgm:prSet/>
      <dgm:spPr/>
      <dgm:t>
        <a:bodyPr/>
        <a:lstStyle/>
        <a:p>
          <a:endParaRPr lang="en-US"/>
        </a:p>
      </dgm:t>
    </dgm:pt>
    <dgm:pt modelId="{3B5CCBCA-47D2-4CD7-BAA7-351D08D1E268}" type="sibTrans" cxnId="{11FC89F2-60C2-4D31-A448-F5B0E8132065}">
      <dgm:prSet/>
      <dgm:spPr/>
      <dgm:t>
        <a:bodyPr/>
        <a:lstStyle/>
        <a:p>
          <a:endParaRPr lang="en-US"/>
        </a:p>
      </dgm:t>
    </dgm:pt>
    <dgm:pt modelId="{21018285-AD58-484F-8A54-BDAE622B4AEC}">
      <dgm:prSet phldrT="[Text]" phldr="0"/>
      <dgm:spPr/>
      <dgm:t>
        <a:bodyPr/>
        <a:lstStyle/>
        <a:p>
          <a:r>
            <a:rPr lang="en-US" dirty="0"/>
            <a:t>Adapters</a:t>
          </a:r>
        </a:p>
      </dgm:t>
    </dgm:pt>
    <dgm:pt modelId="{2B0B75DB-BCC0-4C3E-9CB9-A3D48393E377}" type="parTrans" cxnId="{3CB872B9-0272-4F04-BA68-3BC1F3ADBEB4}">
      <dgm:prSet/>
      <dgm:spPr/>
      <dgm:t>
        <a:bodyPr/>
        <a:lstStyle/>
        <a:p>
          <a:endParaRPr lang="en-US"/>
        </a:p>
      </dgm:t>
    </dgm:pt>
    <dgm:pt modelId="{18A14E75-42F6-4318-9632-9039C3BA3AD7}" type="sibTrans" cxnId="{3CB872B9-0272-4F04-BA68-3BC1F3ADBEB4}">
      <dgm:prSet/>
      <dgm:spPr/>
      <dgm:t>
        <a:bodyPr/>
        <a:lstStyle/>
        <a:p>
          <a:endParaRPr lang="en-US"/>
        </a:p>
      </dgm:t>
    </dgm:pt>
    <dgm:pt modelId="{C0BEBFFF-6EDF-41E3-A55C-A7C64CF85E5F}">
      <dgm:prSet phldrT="[Text]" phldr="0"/>
      <dgm:spPr/>
      <dgm:t>
        <a:bodyPr/>
        <a:lstStyle/>
        <a:p>
          <a:r>
            <a:rPr lang="en-US" dirty="0"/>
            <a:t>Rendering Utilities</a:t>
          </a:r>
        </a:p>
      </dgm:t>
    </dgm:pt>
    <dgm:pt modelId="{0F6CDE36-B92E-4D00-8463-A5A46AD7A59D}" type="parTrans" cxnId="{48954982-9BF6-443B-97D0-677FB83BC1CE}">
      <dgm:prSet/>
      <dgm:spPr/>
      <dgm:t>
        <a:bodyPr/>
        <a:lstStyle/>
        <a:p>
          <a:endParaRPr lang="en-US"/>
        </a:p>
      </dgm:t>
    </dgm:pt>
    <dgm:pt modelId="{A350152F-2B73-460E-900A-0B2D88ADA9DA}" type="sibTrans" cxnId="{48954982-9BF6-443B-97D0-677FB83BC1CE}">
      <dgm:prSet/>
      <dgm:spPr/>
      <dgm:t>
        <a:bodyPr/>
        <a:lstStyle/>
        <a:p>
          <a:endParaRPr lang="en-US"/>
        </a:p>
      </dgm:t>
    </dgm:pt>
    <dgm:pt modelId="{283CABD3-4172-458D-87EF-660130F9C7DB}">
      <dgm:prSet phldrT="[Text]" phldr="0"/>
      <dgm:spPr/>
      <dgm:t>
        <a:bodyPr/>
        <a:lstStyle/>
        <a:p>
          <a:r>
            <a:rPr lang="en-US" dirty="0"/>
            <a:t>Infrastructure</a:t>
          </a:r>
        </a:p>
      </dgm:t>
    </dgm:pt>
    <dgm:pt modelId="{3155F3A9-ECE6-4949-90AA-57014CF1EF6A}" type="parTrans" cxnId="{D9C44007-E6EC-44F5-B9B1-74F302E49861}">
      <dgm:prSet/>
      <dgm:spPr/>
      <dgm:t>
        <a:bodyPr/>
        <a:lstStyle/>
        <a:p>
          <a:endParaRPr lang="en-US"/>
        </a:p>
      </dgm:t>
    </dgm:pt>
    <dgm:pt modelId="{45907C52-0703-4E17-B6B6-AE15027CC300}" type="sibTrans" cxnId="{D9C44007-E6EC-44F5-B9B1-74F302E49861}">
      <dgm:prSet/>
      <dgm:spPr/>
      <dgm:t>
        <a:bodyPr/>
        <a:lstStyle/>
        <a:p>
          <a:endParaRPr lang="en-US"/>
        </a:p>
      </dgm:t>
    </dgm:pt>
    <dgm:pt modelId="{2D72F940-FCFB-473F-8EF0-757E3BA03C5B}">
      <dgm:prSet phldrT="[Text]" phldr="0"/>
      <dgm:spPr/>
      <dgm:t>
        <a:bodyPr/>
        <a:lstStyle/>
        <a:p>
          <a:r>
            <a:rPr lang="en-US" dirty="0"/>
            <a:t>Flipping &amp; Game-end logic</a:t>
          </a:r>
        </a:p>
      </dgm:t>
    </dgm:pt>
    <dgm:pt modelId="{8E61B67B-0E72-4A90-A039-FADB1B936FF9}" type="parTrans" cxnId="{855C56CD-9161-43BA-A4AE-F141ED0AAFDC}">
      <dgm:prSet/>
      <dgm:spPr/>
      <dgm:t>
        <a:bodyPr/>
        <a:lstStyle/>
        <a:p>
          <a:endParaRPr lang="en-US"/>
        </a:p>
      </dgm:t>
    </dgm:pt>
    <dgm:pt modelId="{D8EFFE5C-1C4E-4A44-A33C-6671B1CA4FFE}" type="sibTrans" cxnId="{855C56CD-9161-43BA-A4AE-F141ED0AAFDC}">
      <dgm:prSet/>
      <dgm:spPr/>
      <dgm:t>
        <a:bodyPr/>
        <a:lstStyle/>
        <a:p>
          <a:endParaRPr lang="en-US"/>
        </a:p>
      </dgm:t>
    </dgm:pt>
    <dgm:pt modelId="{14B6EEAA-9150-4410-9F18-B9BDA6EBD64E}">
      <dgm:prSet phldrT="[Text]" phldr="0"/>
      <dgm:spPr/>
      <dgm:t>
        <a:bodyPr/>
        <a:lstStyle/>
        <a:p>
          <a:r>
            <a:rPr lang="en-US" dirty="0"/>
            <a:t>User Input Parsing</a:t>
          </a:r>
        </a:p>
      </dgm:t>
    </dgm:pt>
    <dgm:pt modelId="{89D66150-8C1F-442A-87B4-3BDD81614F2E}" type="parTrans" cxnId="{B1BB841F-6A7D-4B18-B358-3ECCDF06A1EA}">
      <dgm:prSet/>
      <dgm:spPr/>
      <dgm:t>
        <a:bodyPr/>
        <a:lstStyle/>
        <a:p>
          <a:endParaRPr lang="en-US"/>
        </a:p>
      </dgm:t>
    </dgm:pt>
    <dgm:pt modelId="{93920C0A-30AE-4535-84EB-58C5902ADBA1}" type="sibTrans" cxnId="{B1BB841F-6A7D-4B18-B358-3ECCDF06A1EA}">
      <dgm:prSet/>
      <dgm:spPr/>
      <dgm:t>
        <a:bodyPr/>
        <a:lstStyle/>
        <a:p>
          <a:endParaRPr lang="en-US"/>
        </a:p>
      </dgm:t>
    </dgm:pt>
    <dgm:pt modelId="{94DDD5CC-B459-48C5-B11A-8367EA38A2FB}">
      <dgm:prSet phldrT="[Text]" phldr="0"/>
      <dgm:spPr/>
      <dgm:t>
        <a:bodyPr/>
        <a:lstStyle/>
        <a:p>
          <a:r>
            <a:rPr lang="en-US" dirty="0"/>
            <a:t>Logging</a:t>
          </a:r>
        </a:p>
      </dgm:t>
    </dgm:pt>
    <dgm:pt modelId="{FF990B92-1396-451D-935D-F44B05AFA1EB}" type="parTrans" cxnId="{1395610A-2DCF-4DFA-94DD-0EF28EBD6F72}">
      <dgm:prSet/>
      <dgm:spPr/>
      <dgm:t>
        <a:bodyPr/>
        <a:lstStyle/>
        <a:p>
          <a:endParaRPr lang="en-US"/>
        </a:p>
      </dgm:t>
    </dgm:pt>
    <dgm:pt modelId="{52160B2B-7568-4D73-B273-571736E18F8E}" type="sibTrans" cxnId="{1395610A-2DCF-4DFA-94DD-0EF28EBD6F72}">
      <dgm:prSet/>
      <dgm:spPr/>
      <dgm:t>
        <a:bodyPr/>
        <a:lstStyle/>
        <a:p>
          <a:endParaRPr lang="en-US"/>
        </a:p>
      </dgm:t>
    </dgm:pt>
    <dgm:pt modelId="{DD7C9E77-DB08-4351-B477-61296BA2C2E7}">
      <dgm:prSet phldrT="[Text]" phldr="0"/>
      <dgm:spPr/>
      <dgm:t>
        <a:bodyPr/>
        <a:lstStyle/>
        <a:p>
          <a:r>
            <a:rPr lang="en-US" dirty="0"/>
            <a:t>Configuration</a:t>
          </a:r>
        </a:p>
      </dgm:t>
    </dgm:pt>
    <dgm:pt modelId="{044D30EE-446B-44C8-9E7E-1CC50162507A}" type="parTrans" cxnId="{E42936BF-9205-45A2-99E8-5BF759F4FD24}">
      <dgm:prSet/>
      <dgm:spPr/>
      <dgm:t>
        <a:bodyPr/>
        <a:lstStyle/>
        <a:p>
          <a:endParaRPr lang="en-US"/>
        </a:p>
      </dgm:t>
    </dgm:pt>
    <dgm:pt modelId="{6FA6960B-9683-41AC-B0E4-0C3321851C44}" type="sibTrans" cxnId="{E42936BF-9205-45A2-99E8-5BF759F4FD24}">
      <dgm:prSet/>
      <dgm:spPr/>
      <dgm:t>
        <a:bodyPr/>
        <a:lstStyle/>
        <a:p>
          <a:endParaRPr lang="en-US"/>
        </a:p>
      </dgm:t>
    </dgm:pt>
    <dgm:pt modelId="{EC03A68C-2E25-4112-B417-13B028976AEB}">
      <dgm:prSet phldrT="[Text]" phldr="0"/>
      <dgm:spPr/>
      <dgm:t>
        <a:bodyPr/>
        <a:lstStyle/>
        <a:p>
          <a:r>
            <a:rPr lang="en-US" dirty="0"/>
            <a:t>Launchers</a:t>
          </a:r>
        </a:p>
      </dgm:t>
    </dgm:pt>
    <dgm:pt modelId="{B8675E16-35FE-4CB4-8366-7F737DAF5896}" type="parTrans" cxnId="{31E99ADA-31AB-42BB-A7B4-9EB210E7D25F}">
      <dgm:prSet/>
      <dgm:spPr/>
      <dgm:t>
        <a:bodyPr/>
        <a:lstStyle/>
        <a:p>
          <a:endParaRPr lang="en-US"/>
        </a:p>
      </dgm:t>
    </dgm:pt>
    <dgm:pt modelId="{2519BBF0-062E-44E8-98F9-AD0E69DFB567}" type="sibTrans" cxnId="{31E99ADA-31AB-42BB-A7B4-9EB210E7D25F}">
      <dgm:prSet/>
      <dgm:spPr/>
      <dgm:t>
        <a:bodyPr/>
        <a:lstStyle/>
        <a:p>
          <a:endParaRPr lang="en-US"/>
        </a:p>
      </dgm:t>
    </dgm:pt>
    <dgm:pt modelId="{4A12469A-B8D4-4CC6-8E01-B44551DBF63B}">
      <dgm:prSet phldrT="[Text]" phldr="0"/>
      <dgm:spPr/>
      <dgm:t>
        <a:bodyPr/>
        <a:lstStyle/>
        <a:p>
          <a:r>
            <a:rPr lang="en-US"/>
            <a:t>Rendering</a:t>
          </a:r>
          <a:endParaRPr lang="en-US" dirty="0"/>
        </a:p>
      </dgm:t>
    </dgm:pt>
    <dgm:pt modelId="{74157D0C-64E3-400F-801E-93A6DDD3FC68}" type="parTrans" cxnId="{ACF71F5B-7B8C-4BE2-8207-EF0E055CE1EB}">
      <dgm:prSet/>
      <dgm:spPr/>
      <dgm:t>
        <a:bodyPr/>
        <a:lstStyle/>
        <a:p>
          <a:endParaRPr lang="en-US"/>
        </a:p>
      </dgm:t>
    </dgm:pt>
    <dgm:pt modelId="{A1728C3C-6F8F-4001-9E59-AB3DB8C5A5BE}" type="sibTrans" cxnId="{ACF71F5B-7B8C-4BE2-8207-EF0E055CE1EB}">
      <dgm:prSet/>
      <dgm:spPr/>
      <dgm:t>
        <a:bodyPr/>
        <a:lstStyle/>
        <a:p>
          <a:endParaRPr lang="en-US"/>
        </a:p>
      </dgm:t>
    </dgm:pt>
    <dgm:pt modelId="{1EA53401-7390-4888-AF46-A376A5F89DA9}">
      <dgm:prSet phldrT="[Text]" phldr="0"/>
      <dgm:spPr/>
      <dgm:t>
        <a:bodyPr/>
        <a:lstStyle/>
        <a:p>
          <a:r>
            <a:rPr lang="en-US" dirty="0"/>
            <a:t>Control/Data Flow</a:t>
          </a:r>
        </a:p>
      </dgm:t>
    </dgm:pt>
    <dgm:pt modelId="{F8FD30B2-ACDD-42FC-A2D8-9EBC63F216FA}" type="parTrans" cxnId="{45640826-50BD-4DB8-959F-CAEB3299F2C9}">
      <dgm:prSet/>
      <dgm:spPr/>
      <dgm:t>
        <a:bodyPr/>
        <a:lstStyle/>
        <a:p>
          <a:endParaRPr lang="en-US"/>
        </a:p>
      </dgm:t>
    </dgm:pt>
    <dgm:pt modelId="{D8641726-0E0F-4CF8-9D25-69D48806793E}" type="sibTrans" cxnId="{45640826-50BD-4DB8-959F-CAEB3299F2C9}">
      <dgm:prSet/>
      <dgm:spPr/>
      <dgm:t>
        <a:bodyPr/>
        <a:lstStyle/>
        <a:p>
          <a:endParaRPr lang="en-US"/>
        </a:p>
      </dgm:t>
    </dgm:pt>
    <dgm:pt modelId="{7A0170B6-AC8A-4BF8-AE4E-47EA18F27495}">
      <dgm:prSet phldrT="[Text]" phldr="0"/>
      <dgm:spPr/>
      <dgm:t>
        <a:bodyPr/>
        <a:lstStyle/>
        <a:p>
          <a:r>
            <a:rPr lang="en-US"/>
            <a:t>Error Propagation</a:t>
          </a:r>
          <a:endParaRPr lang="en-US" dirty="0"/>
        </a:p>
      </dgm:t>
    </dgm:pt>
    <dgm:pt modelId="{60035204-BD48-4AC1-819F-8FE3652550A4}" type="parTrans" cxnId="{6450B14A-658F-4615-BA7A-051C297D3711}">
      <dgm:prSet/>
      <dgm:spPr/>
      <dgm:t>
        <a:bodyPr/>
        <a:lstStyle/>
        <a:p>
          <a:endParaRPr lang="en-US"/>
        </a:p>
      </dgm:t>
    </dgm:pt>
    <dgm:pt modelId="{B844D88F-5DF8-4852-91DB-ACA350453D91}" type="sibTrans" cxnId="{6450B14A-658F-4615-BA7A-051C297D3711}">
      <dgm:prSet/>
      <dgm:spPr/>
      <dgm:t>
        <a:bodyPr/>
        <a:lstStyle/>
        <a:p>
          <a:endParaRPr lang="en-US"/>
        </a:p>
      </dgm:t>
    </dgm:pt>
    <dgm:pt modelId="{1244A34B-CDB3-434F-B804-564EFB802F97}" type="pres">
      <dgm:prSet presAssocID="{090810D1-84D3-4B90-8EB6-A7A02AA079D2}" presName="Name0" presStyleCnt="0">
        <dgm:presLayoutVars>
          <dgm:chMax val="7"/>
          <dgm:dir/>
          <dgm:animLvl val="lvl"/>
          <dgm:resizeHandles val="exact"/>
        </dgm:presLayoutVars>
      </dgm:prSet>
      <dgm:spPr/>
    </dgm:pt>
    <dgm:pt modelId="{F93EDCE5-38F1-474A-A764-FA7F52214998}" type="pres">
      <dgm:prSet presAssocID="{57CD817B-8021-4D7E-B714-D7BC84BDD4A9}" presName="circle1" presStyleLbl="node1" presStyleIdx="0" presStyleCnt="5"/>
      <dgm:spPr/>
    </dgm:pt>
    <dgm:pt modelId="{75C8E085-7162-41E4-9C82-C2CA55569EAB}" type="pres">
      <dgm:prSet presAssocID="{57CD817B-8021-4D7E-B714-D7BC84BDD4A9}" presName="space" presStyleCnt="0"/>
      <dgm:spPr/>
    </dgm:pt>
    <dgm:pt modelId="{470DEDCC-B8E1-46E7-B9E9-97DEE3DE6E1E}" type="pres">
      <dgm:prSet presAssocID="{57CD817B-8021-4D7E-B714-D7BC84BDD4A9}" presName="rect1" presStyleLbl="alignAcc1" presStyleIdx="0" presStyleCnt="5"/>
      <dgm:spPr/>
    </dgm:pt>
    <dgm:pt modelId="{A732B949-9679-42C0-A35A-E5E822D3824A}" type="pres">
      <dgm:prSet presAssocID="{D41710B8-0C36-4AA3-B12D-35E551B04FE6}" presName="vertSpace2" presStyleLbl="node1" presStyleIdx="0" presStyleCnt="5"/>
      <dgm:spPr/>
    </dgm:pt>
    <dgm:pt modelId="{856F83D0-8DE3-49D4-B2A1-B69C74DEE364}" type="pres">
      <dgm:prSet presAssocID="{D41710B8-0C36-4AA3-B12D-35E551B04FE6}" presName="circle2" presStyleLbl="node1" presStyleIdx="1" presStyleCnt="5"/>
      <dgm:spPr/>
    </dgm:pt>
    <dgm:pt modelId="{E6AA3920-BFFA-457F-9E3F-469422C942F4}" type="pres">
      <dgm:prSet presAssocID="{D41710B8-0C36-4AA3-B12D-35E551B04FE6}" presName="rect2" presStyleLbl="alignAcc1" presStyleIdx="1" presStyleCnt="5"/>
      <dgm:spPr/>
    </dgm:pt>
    <dgm:pt modelId="{8475CCD9-2BE5-4DE2-8BFA-D722BC846F62}" type="pres">
      <dgm:prSet presAssocID="{21018285-AD58-484F-8A54-BDAE622B4AEC}" presName="vertSpace3" presStyleLbl="node1" presStyleIdx="1" presStyleCnt="5"/>
      <dgm:spPr/>
    </dgm:pt>
    <dgm:pt modelId="{FEDCFDBF-B59E-46DD-AF8A-CE5313EA2100}" type="pres">
      <dgm:prSet presAssocID="{21018285-AD58-484F-8A54-BDAE622B4AEC}" presName="circle3" presStyleLbl="node1" presStyleIdx="2" presStyleCnt="5"/>
      <dgm:spPr/>
    </dgm:pt>
    <dgm:pt modelId="{22915316-2FFE-4820-ACA2-4E9845D36D87}" type="pres">
      <dgm:prSet presAssocID="{21018285-AD58-484F-8A54-BDAE622B4AEC}" presName="rect3" presStyleLbl="alignAcc1" presStyleIdx="2" presStyleCnt="5"/>
      <dgm:spPr/>
    </dgm:pt>
    <dgm:pt modelId="{50D8FC9A-472B-4BA3-97DF-1CC712577699}" type="pres">
      <dgm:prSet presAssocID="{283CABD3-4172-458D-87EF-660130F9C7DB}" presName="vertSpace4" presStyleLbl="node1" presStyleIdx="2" presStyleCnt="5"/>
      <dgm:spPr/>
    </dgm:pt>
    <dgm:pt modelId="{8AF056D6-2935-49E8-923A-5447DBFB9A76}" type="pres">
      <dgm:prSet presAssocID="{283CABD3-4172-458D-87EF-660130F9C7DB}" presName="circle4" presStyleLbl="node1" presStyleIdx="3" presStyleCnt="5"/>
      <dgm:spPr/>
    </dgm:pt>
    <dgm:pt modelId="{FE9AFC30-DB61-441D-9813-B9A3D01CF600}" type="pres">
      <dgm:prSet presAssocID="{283CABD3-4172-458D-87EF-660130F9C7DB}" presName="rect4" presStyleLbl="alignAcc1" presStyleIdx="3" presStyleCnt="5"/>
      <dgm:spPr/>
    </dgm:pt>
    <dgm:pt modelId="{EA874838-E55F-46C6-8D64-1BD76CDE798D}" type="pres">
      <dgm:prSet presAssocID="{EC03A68C-2E25-4112-B417-13B028976AEB}" presName="vertSpace5" presStyleLbl="node1" presStyleIdx="3" presStyleCnt="5"/>
      <dgm:spPr/>
    </dgm:pt>
    <dgm:pt modelId="{71269159-3C96-4133-B4C3-272C135068A3}" type="pres">
      <dgm:prSet presAssocID="{EC03A68C-2E25-4112-B417-13B028976AEB}" presName="circle5" presStyleLbl="node1" presStyleIdx="4" presStyleCnt="5"/>
      <dgm:spPr/>
    </dgm:pt>
    <dgm:pt modelId="{6CE83C4C-116A-4D4A-ADEA-60DABF379EE5}" type="pres">
      <dgm:prSet presAssocID="{EC03A68C-2E25-4112-B417-13B028976AEB}" presName="rect5" presStyleLbl="alignAcc1" presStyleIdx="4" presStyleCnt="5"/>
      <dgm:spPr/>
    </dgm:pt>
    <dgm:pt modelId="{3B6B40B7-FCD1-4B6E-B926-DE437B5671CF}" type="pres">
      <dgm:prSet presAssocID="{57CD817B-8021-4D7E-B714-D7BC84BDD4A9}" presName="rect1ParTx" presStyleLbl="alignAcc1" presStyleIdx="4" presStyleCnt="5">
        <dgm:presLayoutVars>
          <dgm:chMax val="1"/>
          <dgm:bulletEnabled val="1"/>
        </dgm:presLayoutVars>
      </dgm:prSet>
      <dgm:spPr/>
    </dgm:pt>
    <dgm:pt modelId="{C82ED56A-FC60-43A3-B868-AAFBA4377180}" type="pres">
      <dgm:prSet presAssocID="{57CD817B-8021-4D7E-B714-D7BC84BDD4A9}" presName="rect1ChTx" presStyleLbl="alignAcc1" presStyleIdx="4" presStyleCnt="5">
        <dgm:presLayoutVars>
          <dgm:bulletEnabled val="1"/>
        </dgm:presLayoutVars>
      </dgm:prSet>
      <dgm:spPr/>
    </dgm:pt>
    <dgm:pt modelId="{BA9C29D3-20BA-41BC-AE5D-84FC0C9C2B83}" type="pres">
      <dgm:prSet presAssocID="{D41710B8-0C36-4AA3-B12D-35E551B04FE6}" presName="rect2ParTx" presStyleLbl="alignAcc1" presStyleIdx="4" presStyleCnt="5">
        <dgm:presLayoutVars>
          <dgm:chMax val="1"/>
          <dgm:bulletEnabled val="1"/>
        </dgm:presLayoutVars>
      </dgm:prSet>
      <dgm:spPr/>
    </dgm:pt>
    <dgm:pt modelId="{CDA314F3-214D-4E43-83B7-4BDCFF02E1E8}" type="pres">
      <dgm:prSet presAssocID="{D41710B8-0C36-4AA3-B12D-35E551B04FE6}" presName="rect2ChTx" presStyleLbl="alignAcc1" presStyleIdx="4" presStyleCnt="5">
        <dgm:presLayoutVars>
          <dgm:bulletEnabled val="1"/>
        </dgm:presLayoutVars>
      </dgm:prSet>
      <dgm:spPr/>
    </dgm:pt>
    <dgm:pt modelId="{973752EE-ADE8-42F9-9A19-5370B5EEB70C}" type="pres">
      <dgm:prSet presAssocID="{21018285-AD58-484F-8A54-BDAE622B4AEC}" presName="rect3ParTx" presStyleLbl="alignAcc1" presStyleIdx="4" presStyleCnt="5">
        <dgm:presLayoutVars>
          <dgm:chMax val="1"/>
          <dgm:bulletEnabled val="1"/>
        </dgm:presLayoutVars>
      </dgm:prSet>
      <dgm:spPr/>
    </dgm:pt>
    <dgm:pt modelId="{24133FCE-CB62-4E7E-A60E-7C796154A0FF}" type="pres">
      <dgm:prSet presAssocID="{21018285-AD58-484F-8A54-BDAE622B4AEC}" presName="rect3ChTx" presStyleLbl="alignAcc1" presStyleIdx="4" presStyleCnt="5">
        <dgm:presLayoutVars>
          <dgm:bulletEnabled val="1"/>
        </dgm:presLayoutVars>
      </dgm:prSet>
      <dgm:spPr/>
    </dgm:pt>
    <dgm:pt modelId="{AA39C45A-CF36-43B3-8406-F5D05A611F8D}" type="pres">
      <dgm:prSet presAssocID="{283CABD3-4172-458D-87EF-660130F9C7DB}" presName="rect4ParTx" presStyleLbl="alignAcc1" presStyleIdx="4" presStyleCnt="5">
        <dgm:presLayoutVars>
          <dgm:chMax val="1"/>
          <dgm:bulletEnabled val="1"/>
        </dgm:presLayoutVars>
      </dgm:prSet>
      <dgm:spPr/>
    </dgm:pt>
    <dgm:pt modelId="{A5BDDC96-2C68-42BE-9785-DDBF6FD50DC0}" type="pres">
      <dgm:prSet presAssocID="{283CABD3-4172-458D-87EF-660130F9C7DB}" presName="rect4ChTx" presStyleLbl="alignAcc1" presStyleIdx="4" presStyleCnt="5">
        <dgm:presLayoutVars>
          <dgm:bulletEnabled val="1"/>
        </dgm:presLayoutVars>
      </dgm:prSet>
      <dgm:spPr/>
    </dgm:pt>
    <dgm:pt modelId="{AAF03E27-0827-47A0-B4F5-E48D04D1F280}" type="pres">
      <dgm:prSet presAssocID="{EC03A68C-2E25-4112-B417-13B028976AEB}" presName="rect5ParTx" presStyleLbl="alignAcc1" presStyleIdx="4" presStyleCnt="5">
        <dgm:presLayoutVars>
          <dgm:chMax val="1"/>
          <dgm:bulletEnabled val="1"/>
        </dgm:presLayoutVars>
      </dgm:prSet>
      <dgm:spPr/>
    </dgm:pt>
    <dgm:pt modelId="{1967B04B-FAF4-4469-9B92-AE783BE71C36}" type="pres">
      <dgm:prSet presAssocID="{EC03A68C-2E25-4112-B417-13B028976AEB}" presName="rect5ChTx" presStyleLbl="alignAcc1" presStyleIdx="4" presStyleCnt="5">
        <dgm:presLayoutVars>
          <dgm:bulletEnabled val="1"/>
        </dgm:presLayoutVars>
      </dgm:prSet>
      <dgm:spPr/>
    </dgm:pt>
  </dgm:ptLst>
  <dgm:cxnLst>
    <dgm:cxn modelId="{D9C44007-E6EC-44F5-B9B1-74F302E49861}" srcId="{090810D1-84D3-4B90-8EB6-A7A02AA079D2}" destId="{283CABD3-4172-458D-87EF-660130F9C7DB}" srcOrd="3" destOrd="0" parTransId="{3155F3A9-ECE6-4949-90AA-57014CF1EF6A}" sibTransId="{45907C52-0703-4E17-B6B6-AE15027CC300}"/>
    <dgm:cxn modelId="{1395610A-2DCF-4DFA-94DD-0EF28EBD6F72}" srcId="{283CABD3-4172-458D-87EF-660130F9C7DB}" destId="{94DDD5CC-B459-48C5-B11A-8367EA38A2FB}" srcOrd="0" destOrd="0" parTransId="{FF990B92-1396-451D-935D-F44B05AFA1EB}" sibTransId="{52160B2B-7568-4D73-B273-571736E18F8E}"/>
    <dgm:cxn modelId="{1F872612-BD83-4D66-8DB9-DCD6D5ACB03D}" type="presOf" srcId="{48CA6FC5-8A00-4196-AAB1-BA33D92FE3C8}" destId="{CDA314F3-214D-4E43-83B7-4BDCFF02E1E8}" srcOrd="0" destOrd="0" presId="urn:microsoft.com/office/officeart/2005/8/layout/target3"/>
    <dgm:cxn modelId="{88EB901A-DAE0-4984-9DAC-5973A6CC80AF}" type="presOf" srcId="{D41710B8-0C36-4AA3-B12D-35E551B04FE6}" destId="{BA9C29D3-20BA-41BC-AE5D-84FC0C9C2B83}" srcOrd="1" destOrd="0" presId="urn:microsoft.com/office/officeart/2005/8/layout/target3"/>
    <dgm:cxn modelId="{B1BB841F-6A7D-4B18-B358-3ECCDF06A1EA}" srcId="{21018285-AD58-484F-8A54-BDAE622B4AEC}" destId="{14B6EEAA-9150-4410-9F18-B9BDA6EBD64E}" srcOrd="1" destOrd="0" parTransId="{89D66150-8C1F-442A-87B4-3BDD81614F2E}" sibTransId="{93920C0A-30AE-4535-84EB-58C5902ADBA1}"/>
    <dgm:cxn modelId="{A4513821-4801-4D18-848F-A12D2F82F563}" srcId="{090810D1-84D3-4B90-8EB6-A7A02AA079D2}" destId="{D41710B8-0C36-4AA3-B12D-35E551B04FE6}" srcOrd="1" destOrd="0" parTransId="{A8AAA664-840B-4991-9E95-5BFBEA94AEF6}" sibTransId="{4B50662E-8A07-4346-BBA7-6DF770BB3DCE}"/>
    <dgm:cxn modelId="{7A0D9123-6C2B-4EA4-BE74-4CFD08F4DB9D}" type="presOf" srcId="{57CD817B-8021-4D7E-B714-D7BC84BDD4A9}" destId="{3B6B40B7-FCD1-4B6E-B926-DE437B5671CF}" srcOrd="1" destOrd="0" presId="urn:microsoft.com/office/officeart/2005/8/layout/target3"/>
    <dgm:cxn modelId="{45640826-50BD-4DB8-959F-CAEB3299F2C9}" srcId="{EC03A68C-2E25-4112-B417-13B028976AEB}" destId="{1EA53401-7390-4888-AF46-A376A5F89DA9}" srcOrd="1" destOrd="0" parTransId="{F8FD30B2-ACDD-42FC-A2D8-9EBC63F216FA}" sibTransId="{D8641726-0E0F-4CF8-9D25-69D48806793E}"/>
    <dgm:cxn modelId="{68FAD934-279A-4906-ACEE-03C0F1E35FD7}" type="presOf" srcId="{283CABD3-4172-458D-87EF-660130F9C7DB}" destId="{FE9AFC30-DB61-441D-9813-B9A3D01CF600}" srcOrd="0" destOrd="0" presId="urn:microsoft.com/office/officeart/2005/8/layout/target3"/>
    <dgm:cxn modelId="{087E2335-5B7A-4318-BB7F-DD136FF20A96}" type="presOf" srcId="{4A12469A-B8D4-4CC6-8E01-B44551DBF63B}" destId="{1967B04B-FAF4-4469-9B92-AE783BE71C36}" srcOrd="0" destOrd="0" presId="urn:microsoft.com/office/officeart/2005/8/layout/target3"/>
    <dgm:cxn modelId="{ACF71F5B-7B8C-4BE2-8207-EF0E055CE1EB}" srcId="{EC03A68C-2E25-4112-B417-13B028976AEB}" destId="{4A12469A-B8D4-4CC6-8E01-B44551DBF63B}" srcOrd="0" destOrd="0" parTransId="{74157D0C-64E3-400F-801E-93A6DDD3FC68}" sibTransId="{A1728C3C-6F8F-4001-9E59-AB3DB8C5A5BE}"/>
    <dgm:cxn modelId="{7E0A1B62-BE36-4DD9-9E79-93A96C0D21F1}" type="presOf" srcId="{090810D1-84D3-4B90-8EB6-A7A02AA079D2}" destId="{1244A34B-CDB3-434F-B804-564EFB802F97}" srcOrd="0" destOrd="0" presId="urn:microsoft.com/office/officeart/2005/8/layout/target3"/>
    <dgm:cxn modelId="{94F56A67-B9FB-414F-8D0A-DA120AFF5287}" type="presOf" srcId="{7A0170B6-AC8A-4BF8-AE4E-47EA18F27495}" destId="{CDA314F3-214D-4E43-83B7-4BDCFF02E1E8}" srcOrd="0" destOrd="1" presId="urn:microsoft.com/office/officeart/2005/8/layout/target3"/>
    <dgm:cxn modelId="{6450B14A-658F-4615-BA7A-051C297D3711}" srcId="{D41710B8-0C36-4AA3-B12D-35E551B04FE6}" destId="{7A0170B6-AC8A-4BF8-AE4E-47EA18F27495}" srcOrd="1" destOrd="0" parTransId="{60035204-BD48-4AC1-819F-8FE3652550A4}" sibTransId="{B844D88F-5DF8-4852-91DB-ACA350453D91}"/>
    <dgm:cxn modelId="{467CF86A-5172-4428-ADF8-A3B1365B8EDE}" type="presOf" srcId="{C0BEBFFF-6EDF-41E3-A55C-A7C64CF85E5F}" destId="{24133FCE-CB62-4E7E-A60E-7C796154A0FF}" srcOrd="0" destOrd="0" presId="urn:microsoft.com/office/officeart/2005/8/layout/target3"/>
    <dgm:cxn modelId="{71B6CB6B-325D-48C2-B74A-F6B2D32BD3FB}" type="presOf" srcId="{21018285-AD58-484F-8A54-BDAE622B4AEC}" destId="{973752EE-ADE8-42F9-9A19-5370B5EEB70C}" srcOrd="1" destOrd="0" presId="urn:microsoft.com/office/officeart/2005/8/layout/target3"/>
    <dgm:cxn modelId="{B78E3B4E-D201-4843-B47B-F890645388DF}" srcId="{57CD817B-8021-4D7E-B714-D7BC84BDD4A9}" destId="{3CF0F3CB-37E0-488B-A5DD-918FA86631ED}" srcOrd="0" destOrd="0" parTransId="{859EBDE7-D711-411C-B09A-648FFD8DCBA2}" sibTransId="{703EBEF3-FA0F-4DB8-9C6B-2B0F42D02E71}"/>
    <dgm:cxn modelId="{F1DAF678-3E09-4732-BF73-6C4DBFBE1C5C}" srcId="{090810D1-84D3-4B90-8EB6-A7A02AA079D2}" destId="{57CD817B-8021-4D7E-B714-D7BC84BDD4A9}" srcOrd="0" destOrd="0" parTransId="{FC8AC445-460D-47A7-BDD7-E8E444F269A5}" sibTransId="{64040A49-A88B-49B0-ABC2-4B08BD4094D4}"/>
    <dgm:cxn modelId="{61D91B5A-FC7F-4FE6-96CE-864815EF66E6}" type="presOf" srcId="{1EA53401-7390-4888-AF46-A376A5F89DA9}" destId="{1967B04B-FAF4-4469-9B92-AE783BE71C36}" srcOrd="0" destOrd="1" presId="urn:microsoft.com/office/officeart/2005/8/layout/target3"/>
    <dgm:cxn modelId="{BB19E27A-3407-43D1-9C0B-28F7C3959081}" type="presOf" srcId="{EC03A68C-2E25-4112-B417-13B028976AEB}" destId="{6CE83C4C-116A-4D4A-ADEA-60DABF379EE5}" srcOrd="0" destOrd="0" presId="urn:microsoft.com/office/officeart/2005/8/layout/target3"/>
    <dgm:cxn modelId="{48954982-9BF6-443B-97D0-677FB83BC1CE}" srcId="{21018285-AD58-484F-8A54-BDAE622B4AEC}" destId="{C0BEBFFF-6EDF-41E3-A55C-A7C64CF85E5F}" srcOrd="0" destOrd="0" parTransId="{0F6CDE36-B92E-4D00-8463-A5A46AD7A59D}" sibTransId="{A350152F-2B73-460E-900A-0B2D88ADA9DA}"/>
    <dgm:cxn modelId="{7D3BC590-F7E0-4C84-BBA8-0EDDE9E16D19}" type="presOf" srcId="{283CABD3-4172-458D-87EF-660130F9C7DB}" destId="{AA39C45A-CF36-43B3-8406-F5D05A611F8D}" srcOrd="1" destOrd="0" presId="urn:microsoft.com/office/officeart/2005/8/layout/target3"/>
    <dgm:cxn modelId="{7478E695-674D-42ED-A893-78E6D3611DE5}" type="presOf" srcId="{57CD817B-8021-4D7E-B714-D7BC84BDD4A9}" destId="{470DEDCC-B8E1-46E7-B9E9-97DEE3DE6E1E}" srcOrd="0" destOrd="0" presId="urn:microsoft.com/office/officeart/2005/8/layout/target3"/>
    <dgm:cxn modelId="{11F47AA6-378A-40AC-B1FB-F5FBC51F0CFC}" type="presOf" srcId="{3CF0F3CB-37E0-488B-A5DD-918FA86631ED}" destId="{C82ED56A-FC60-43A3-B868-AAFBA4377180}" srcOrd="0" destOrd="0" presId="urn:microsoft.com/office/officeart/2005/8/layout/target3"/>
    <dgm:cxn modelId="{738DC4A9-EA1C-4D16-9190-7385686DC82F}" type="presOf" srcId="{EC03A68C-2E25-4112-B417-13B028976AEB}" destId="{AAF03E27-0827-47A0-B4F5-E48D04D1F280}" srcOrd="1" destOrd="0" presId="urn:microsoft.com/office/officeart/2005/8/layout/target3"/>
    <dgm:cxn modelId="{3CB872B9-0272-4F04-BA68-3BC1F3ADBEB4}" srcId="{090810D1-84D3-4B90-8EB6-A7A02AA079D2}" destId="{21018285-AD58-484F-8A54-BDAE622B4AEC}" srcOrd="2" destOrd="0" parTransId="{2B0B75DB-BCC0-4C3E-9CB9-A3D48393E377}" sibTransId="{18A14E75-42F6-4318-9632-9039C3BA3AD7}"/>
    <dgm:cxn modelId="{E42936BF-9205-45A2-99E8-5BF759F4FD24}" srcId="{283CABD3-4172-458D-87EF-660130F9C7DB}" destId="{DD7C9E77-DB08-4351-B477-61296BA2C2E7}" srcOrd="1" destOrd="0" parTransId="{044D30EE-446B-44C8-9E7E-1CC50162507A}" sibTransId="{6FA6960B-9683-41AC-B0E4-0C3321851C44}"/>
    <dgm:cxn modelId="{6D3F47C6-726B-48E5-885B-1ECE4525F7B6}" type="presOf" srcId="{94DDD5CC-B459-48C5-B11A-8367EA38A2FB}" destId="{A5BDDC96-2C68-42BE-9785-DDBF6FD50DC0}" srcOrd="0" destOrd="0" presId="urn:microsoft.com/office/officeart/2005/8/layout/target3"/>
    <dgm:cxn modelId="{4AA49BC6-B535-43B9-8C8F-76660BE87357}" type="presOf" srcId="{2D72F940-FCFB-473F-8EF0-757E3BA03C5B}" destId="{C82ED56A-FC60-43A3-B868-AAFBA4377180}" srcOrd="0" destOrd="1" presId="urn:microsoft.com/office/officeart/2005/8/layout/target3"/>
    <dgm:cxn modelId="{855C56CD-9161-43BA-A4AE-F141ED0AAFDC}" srcId="{57CD817B-8021-4D7E-B714-D7BC84BDD4A9}" destId="{2D72F940-FCFB-473F-8EF0-757E3BA03C5B}" srcOrd="1" destOrd="0" parTransId="{8E61B67B-0E72-4A90-A039-FADB1B936FF9}" sibTransId="{D8EFFE5C-1C4E-4A44-A33C-6671B1CA4FFE}"/>
    <dgm:cxn modelId="{019456CF-39ED-4100-8232-E9C7B13905A2}" type="presOf" srcId="{14B6EEAA-9150-4410-9F18-B9BDA6EBD64E}" destId="{24133FCE-CB62-4E7E-A60E-7C796154A0FF}" srcOrd="0" destOrd="1" presId="urn:microsoft.com/office/officeart/2005/8/layout/target3"/>
    <dgm:cxn modelId="{31E99ADA-31AB-42BB-A7B4-9EB210E7D25F}" srcId="{090810D1-84D3-4B90-8EB6-A7A02AA079D2}" destId="{EC03A68C-2E25-4112-B417-13B028976AEB}" srcOrd="4" destOrd="0" parTransId="{B8675E16-35FE-4CB4-8366-7F737DAF5896}" sibTransId="{2519BBF0-062E-44E8-98F9-AD0E69DFB567}"/>
    <dgm:cxn modelId="{017631DC-BEEB-4320-BDD7-092F5E6A43F4}" type="presOf" srcId="{DD7C9E77-DB08-4351-B477-61296BA2C2E7}" destId="{A5BDDC96-2C68-42BE-9785-DDBF6FD50DC0}" srcOrd="0" destOrd="1" presId="urn:microsoft.com/office/officeart/2005/8/layout/target3"/>
    <dgm:cxn modelId="{63151FDF-F4B5-4946-B256-ABCB86C4DDFC}" type="presOf" srcId="{21018285-AD58-484F-8A54-BDAE622B4AEC}" destId="{22915316-2FFE-4820-ACA2-4E9845D36D87}" srcOrd="0" destOrd="0" presId="urn:microsoft.com/office/officeart/2005/8/layout/target3"/>
    <dgm:cxn modelId="{40A5B5EB-73EC-4968-9655-824E08C20E53}" type="presOf" srcId="{D41710B8-0C36-4AA3-B12D-35E551B04FE6}" destId="{E6AA3920-BFFA-457F-9E3F-469422C942F4}" srcOrd="0" destOrd="0" presId="urn:microsoft.com/office/officeart/2005/8/layout/target3"/>
    <dgm:cxn modelId="{11FC89F2-60C2-4D31-A448-F5B0E8132065}" srcId="{D41710B8-0C36-4AA3-B12D-35E551B04FE6}" destId="{48CA6FC5-8A00-4196-AAB1-BA33D92FE3C8}" srcOrd="0" destOrd="0" parTransId="{5D1A6D05-E468-4E32-9DC1-4880CFF9210C}" sibTransId="{3B5CCBCA-47D2-4CD7-BAA7-351D08D1E268}"/>
    <dgm:cxn modelId="{00A6709D-1211-43FA-9D3A-F5D7787B0D4D}" type="presParOf" srcId="{1244A34B-CDB3-434F-B804-564EFB802F97}" destId="{F93EDCE5-38F1-474A-A764-FA7F52214998}" srcOrd="0" destOrd="0" presId="urn:microsoft.com/office/officeart/2005/8/layout/target3"/>
    <dgm:cxn modelId="{DD4E2727-71B6-4B20-AF21-F06E992BBFA0}" type="presParOf" srcId="{1244A34B-CDB3-434F-B804-564EFB802F97}" destId="{75C8E085-7162-41E4-9C82-C2CA55569EAB}" srcOrd="1" destOrd="0" presId="urn:microsoft.com/office/officeart/2005/8/layout/target3"/>
    <dgm:cxn modelId="{FBA7AD81-0445-4513-9BB0-1CC29866D37D}" type="presParOf" srcId="{1244A34B-CDB3-434F-B804-564EFB802F97}" destId="{470DEDCC-B8E1-46E7-B9E9-97DEE3DE6E1E}" srcOrd="2" destOrd="0" presId="urn:microsoft.com/office/officeart/2005/8/layout/target3"/>
    <dgm:cxn modelId="{1CC78C53-C7FD-433F-9B1F-E95CDB73A678}" type="presParOf" srcId="{1244A34B-CDB3-434F-B804-564EFB802F97}" destId="{A732B949-9679-42C0-A35A-E5E822D3824A}" srcOrd="3" destOrd="0" presId="urn:microsoft.com/office/officeart/2005/8/layout/target3"/>
    <dgm:cxn modelId="{909AC41C-8B6E-43EF-8010-B6C0B00AA9F1}" type="presParOf" srcId="{1244A34B-CDB3-434F-B804-564EFB802F97}" destId="{856F83D0-8DE3-49D4-B2A1-B69C74DEE364}" srcOrd="4" destOrd="0" presId="urn:microsoft.com/office/officeart/2005/8/layout/target3"/>
    <dgm:cxn modelId="{2735A0AE-E68C-4436-B47D-E6FDD190AD8B}" type="presParOf" srcId="{1244A34B-CDB3-434F-B804-564EFB802F97}" destId="{E6AA3920-BFFA-457F-9E3F-469422C942F4}" srcOrd="5" destOrd="0" presId="urn:microsoft.com/office/officeart/2005/8/layout/target3"/>
    <dgm:cxn modelId="{7770BDDF-1844-4346-80B3-D7B500FCAB61}" type="presParOf" srcId="{1244A34B-CDB3-434F-B804-564EFB802F97}" destId="{8475CCD9-2BE5-4DE2-8BFA-D722BC846F62}" srcOrd="6" destOrd="0" presId="urn:microsoft.com/office/officeart/2005/8/layout/target3"/>
    <dgm:cxn modelId="{56CFB8D6-E7F6-4A1B-B6CD-8FD90584F734}" type="presParOf" srcId="{1244A34B-CDB3-434F-B804-564EFB802F97}" destId="{FEDCFDBF-B59E-46DD-AF8A-CE5313EA2100}" srcOrd="7" destOrd="0" presId="urn:microsoft.com/office/officeart/2005/8/layout/target3"/>
    <dgm:cxn modelId="{33A3ED39-A389-4E43-9544-8557F24FBEC5}" type="presParOf" srcId="{1244A34B-CDB3-434F-B804-564EFB802F97}" destId="{22915316-2FFE-4820-ACA2-4E9845D36D87}" srcOrd="8" destOrd="0" presId="urn:microsoft.com/office/officeart/2005/8/layout/target3"/>
    <dgm:cxn modelId="{D248FCDA-88A5-4C0D-A8FD-D8D2D5FF0A28}" type="presParOf" srcId="{1244A34B-CDB3-434F-B804-564EFB802F97}" destId="{50D8FC9A-472B-4BA3-97DF-1CC712577699}" srcOrd="9" destOrd="0" presId="urn:microsoft.com/office/officeart/2005/8/layout/target3"/>
    <dgm:cxn modelId="{A5A90033-420B-4F12-876F-F08AB550C437}" type="presParOf" srcId="{1244A34B-CDB3-434F-B804-564EFB802F97}" destId="{8AF056D6-2935-49E8-923A-5447DBFB9A76}" srcOrd="10" destOrd="0" presId="urn:microsoft.com/office/officeart/2005/8/layout/target3"/>
    <dgm:cxn modelId="{3FF6BAB1-87F0-4F9B-A341-BEDBD1510E5A}" type="presParOf" srcId="{1244A34B-CDB3-434F-B804-564EFB802F97}" destId="{FE9AFC30-DB61-441D-9813-B9A3D01CF600}" srcOrd="11" destOrd="0" presId="urn:microsoft.com/office/officeart/2005/8/layout/target3"/>
    <dgm:cxn modelId="{C626A501-148A-4C37-82B4-092D0C1C63C6}" type="presParOf" srcId="{1244A34B-CDB3-434F-B804-564EFB802F97}" destId="{EA874838-E55F-46C6-8D64-1BD76CDE798D}" srcOrd="12" destOrd="0" presId="urn:microsoft.com/office/officeart/2005/8/layout/target3"/>
    <dgm:cxn modelId="{2C5165BC-5CFD-40F4-AD0B-8680DC924C7B}" type="presParOf" srcId="{1244A34B-CDB3-434F-B804-564EFB802F97}" destId="{71269159-3C96-4133-B4C3-272C135068A3}" srcOrd="13" destOrd="0" presId="urn:microsoft.com/office/officeart/2005/8/layout/target3"/>
    <dgm:cxn modelId="{442D0E01-87AB-4D2F-B677-4A47B8AF3AAB}" type="presParOf" srcId="{1244A34B-CDB3-434F-B804-564EFB802F97}" destId="{6CE83C4C-116A-4D4A-ADEA-60DABF379EE5}" srcOrd="14" destOrd="0" presId="urn:microsoft.com/office/officeart/2005/8/layout/target3"/>
    <dgm:cxn modelId="{060A6B55-9538-47ED-B081-3B559C736CCD}" type="presParOf" srcId="{1244A34B-CDB3-434F-B804-564EFB802F97}" destId="{3B6B40B7-FCD1-4B6E-B926-DE437B5671CF}" srcOrd="15" destOrd="0" presId="urn:microsoft.com/office/officeart/2005/8/layout/target3"/>
    <dgm:cxn modelId="{75214507-3668-4102-8175-BA3328C8E5FB}" type="presParOf" srcId="{1244A34B-CDB3-434F-B804-564EFB802F97}" destId="{C82ED56A-FC60-43A3-B868-AAFBA4377180}" srcOrd="16" destOrd="0" presId="urn:microsoft.com/office/officeart/2005/8/layout/target3"/>
    <dgm:cxn modelId="{4DDE647F-90CF-41FE-AA74-E04CD28618D9}" type="presParOf" srcId="{1244A34B-CDB3-434F-B804-564EFB802F97}" destId="{BA9C29D3-20BA-41BC-AE5D-84FC0C9C2B83}" srcOrd="17" destOrd="0" presId="urn:microsoft.com/office/officeart/2005/8/layout/target3"/>
    <dgm:cxn modelId="{688F46A2-E01F-4B2B-995E-DF63140C6FBB}" type="presParOf" srcId="{1244A34B-CDB3-434F-B804-564EFB802F97}" destId="{CDA314F3-214D-4E43-83B7-4BDCFF02E1E8}" srcOrd="18" destOrd="0" presId="urn:microsoft.com/office/officeart/2005/8/layout/target3"/>
    <dgm:cxn modelId="{B45A8E8C-E858-41B2-880F-3D90A03735C6}" type="presParOf" srcId="{1244A34B-CDB3-434F-B804-564EFB802F97}" destId="{973752EE-ADE8-42F9-9A19-5370B5EEB70C}" srcOrd="19" destOrd="0" presId="urn:microsoft.com/office/officeart/2005/8/layout/target3"/>
    <dgm:cxn modelId="{A51197A3-F05E-4FF1-B46D-83E90B6D2219}" type="presParOf" srcId="{1244A34B-CDB3-434F-B804-564EFB802F97}" destId="{24133FCE-CB62-4E7E-A60E-7C796154A0FF}" srcOrd="20" destOrd="0" presId="urn:microsoft.com/office/officeart/2005/8/layout/target3"/>
    <dgm:cxn modelId="{19B9A81C-B547-4093-93D5-37AB631BFC62}" type="presParOf" srcId="{1244A34B-CDB3-434F-B804-564EFB802F97}" destId="{AA39C45A-CF36-43B3-8406-F5D05A611F8D}" srcOrd="21" destOrd="0" presId="urn:microsoft.com/office/officeart/2005/8/layout/target3"/>
    <dgm:cxn modelId="{94B0F14D-2C54-4D12-A9E4-2FEE6787696A}" type="presParOf" srcId="{1244A34B-CDB3-434F-B804-564EFB802F97}" destId="{A5BDDC96-2C68-42BE-9785-DDBF6FD50DC0}" srcOrd="22" destOrd="0" presId="urn:microsoft.com/office/officeart/2005/8/layout/target3"/>
    <dgm:cxn modelId="{C1A324B8-B857-4B69-86CB-B2ED611AE15F}" type="presParOf" srcId="{1244A34B-CDB3-434F-B804-564EFB802F97}" destId="{AAF03E27-0827-47A0-B4F5-E48D04D1F280}" srcOrd="23" destOrd="0" presId="urn:microsoft.com/office/officeart/2005/8/layout/target3"/>
    <dgm:cxn modelId="{E3C79B55-ED84-41C6-916D-808906C3041B}" type="presParOf" srcId="{1244A34B-CDB3-434F-B804-564EFB802F97}" destId="{1967B04B-FAF4-4469-9B92-AE783BE71C36}" srcOrd="2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73AB51-9EEB-4C44-8660-E3399B1D2C8B}">
      <dsp:nvSpPr>
        <dsp:cNvPr id="0" name=""/>
        <dsp:cNvSpPr/>
      </dsp:nvSpPr>
      <dsp:spPr>
        <a:xfrm>
          <a:off x="4384" y="0"/>
          <a:ext cx="1732174" cy="43592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Domain</a:t>
          </a:r>
        </a:p>
      </dsp:txBody>
      <dsp:txXfrm>
        <a:off x="4384" y="0"/>
        <a:ext cx="1732174" cy="1307782"/>
      </dsp:txXfrm>
    </dsp:sp>
    <dsp:sp modelId="{2935FD5F-7F12-4A79-8370-E25BD518B41B}">
      <dsp:nvSpPr>
        <dsp:cNvPr id="0" name=""/>
        <dsp:cNvSpPr/>
      </dsp:nvSpPr>
      <dsp:spPr>
        <a:xfrm>
          <a:off x="177601" y="1307888"/>
          <a:ext cx="1385739" cy="635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Entities</a:t>
          </a:r>
        </a:p>
      </dsp:txBody>
      <dsp:txXfrm>
        <a:off x="196201" y="1326488"/>
        <a:ext cx="1348539" cy="597853"/>
      </dsp:txXfrm>
    </dsp:sp>
    <dsp:sp modelId="{34B070EF-AC5F-4357-8CBF-DC5DA2885E34}">
      <dsp:nvSpPr>
        <dsp:cNvPr id="0" name=""/>
        <dsp:cNvSpPr/>
      </dsp:nvSpPr>
      <dsp:spPr>
        <a:xfrm>
          <a:off x="177601" y="2040643"/>
          <a:ext cx="1385739" cy="635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Rule Engines</a:t>
          </a:r>
        </a:p>
      </dsp:txBody>
      <dsp:txXfrm>
        <a:off x="196201" y="2059243"/>
        <a:ext cx="1348539" cy="597853"/>
      </dsp:txXfrm>
    </dsp:sp>
    <dsp:sp modelId="{EE1EE020-A33C-42D8-9EB4-A4C78B02FBEA}">
      <dsp:nvSpPr>
        <dsp:cNvPr id="0" name=""/>
        <dsp:cNvSpPr/>
      </dsp:nvSpPr>
      <dsp:spPr>
        <a:xfrm>
          <a:off x="177601" y="2773397"/>
          <a:ext cx="1385739" cy="635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dirty="0"/>
            <a:t>Value Objects</a:t>
          </a:r>
        </a:p>
      </dsp:txBody>
      <dsp:txXfrm>
        <a:off x="196201" y="2791997"/>
        <a:ext cx="1348539" cy="597853"/>
      </dsp:txXfrm>
    </dsp:sp>
    <dsp:sp modelId="{25588BC8-600C-4CAC-9316-4DB94E14A628}">
      <dsp:nvSpPr>
        <dsp:cNvPr id="0" name=""/>
        <dsp:cNvSpPr/>
      </dsp:nvSpPr>
      <dsp:spPr>
        <a:xfrm>
          <a:off x="177601" y="3506151"/>
          <a:ext cx="1385739" cy="635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kern="1200"/>
            <a:t>Exeptions</a:t>
          </a:r>
          <a:endParaRPr lang="en-US" sz="1400" kern="1200" dirty="0"/>
        </a:p>
      </dsp:txBody>
      <dsp:txXfrm>
        <a:off x="196201" y="3524751"/>
        <a:ext cx="1348539" cy="597853"/>
      </dsp:txXfrm>
    </dsp:sp>
    <dsp:sp modelId="{E2FAC5B2-7FFA-4C2F-A003-57608814F050}">
      <dsp:nvSpPr>
        <dsp:cNvPr id="0" name=""/>
        <dsp:cNvSpPr/>
      </dsp:nvSpPr>
      <dsp:spPr>
        <a:xfrm>
          <a:off x="1866471" y="0"/>
          <a:ext cx="1732174" cy="43592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Application</a:t>
          </a:r>
        </a:p>
      </dsp:txBody>
      <dsp:txXfrm>
        <a:off x="1866471" y="0"/>
        <a:ext cx="1732174" cy="1307782"/>
      </dsp:txXfrm>
    </dsp:sp>
    <dsp:sp modelId="{08F58347-CA25-481A-B2BD-6FB755BA7F5C}">
      <dsp:nvSpPr>
        <dsp:cNvPr id="0" name=""/>
        <dsp:cNvSpPr/>
      </dsp:nvSpPr>
      <dsp:spPr>
        <a:xfrm>
          <a:off x="2039689" y="1308154"/>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Game Engine</a:t>
          </a:r>
        </a:p>
      </dsp:txBody>
      <dsp:txXfrm>
        <a:off x="2064773" y="1333238"/>
        <a:ext cx="1335571" cy="806254"/>
      </dsp:txXfrm>
    </dsp:sp>
    <dsp:sp modelId="{02504CA6-4825-439E-9B7A-7B408DCC4394}">
      <dsp:nvSpPr>
        <dsp:cNvPr id="0" name=""/>
        <dsp:cNvSpPr/>
      </dsp:nvSpPr>
      <dsp:spPr>
        <a:xfrm>
          <a:off x="2039689" y="229633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Turn Manager</a:t>
          </a:r>
        </a:p>
      </dsp:txBody>
      <dsp:txXfrm>
        <a:off x="2064773" y="2321419"/>
        <a:ext cx="1335571" cy="806254"/>
      </dsp:txXfrm>
    </dsp:sp>
    <dsp:sp modelId="{B307E7C7-6A51-4F86-A203-9F39B4ACF8EB}">
      <dsp:nvSpPr>
        <dsp:cNvPr id="0" name=""/>
        <dsp:cNvSpPr/>
      </dsp:nvSpPr>
      <dsp:spPr>
        <a:xfrm>
          <a:off x="2039689" y="328451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Use Cases</a:t>
          </a:r>
          <a:endParaRPr lang="en-US" sz="1600" kern="1200" dirty="0"/>
        </a:p>
      </dsp:txBody>
      <dsp:txXfrm>
        <a:off x="2064773" y="3309599"/>
        <a:ext cx="1335571" cy="806254"/>
      </dsp:txXfrm>
    </dsp:sp>
    <dsp:sp modelId="{5806E2BD-EE84-485F-BD07-6C5A73E6A443}">
      <dsp:nvSpPr>
        <dsp:cNvPr id="0" name=""/>
        <dsp:cNvSpPr/>
      </dsp:nvSpPr>
      <dsp:spPr>
        <a:xfrm>
          <a:off x="3728559" y="0"/>
          <a:ext cx="1732174" cy="43592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Ports</a:t>
          </a:r>
        </a:p>
      </dsp:txBody>
      <dsp:txXfrm>
        <a:off x="3728559" y="0"/>
        <a:ext cx="1732174" cy="1307782"/>
      </dsp:txXfrm>
    </dsp:sp>
    <dsp:sp modelId="{2DC43506-0F62-49B6-A832-F40621E041C9}">
      <dsp:nvSpPr>
        <dsp:cNvPr id="0" name=""/>
        <dsp:cNvSpPr/>
      </dsp:nvSpPr>
      <dsp:spPr>
        <a:xfrm>
          <a:off x="3901776" y="1309059"/>
          <a:ext cx="1385739" cy="13143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User Interface Port</a:t>
          </a:r>
        </a:p>
      </dsp:txBody>
      <dsp:txXfrm>
        <a:off x="3940273" y="1347556"/>
        <a:ext cx="1308745" cy="1237387"/>
      </dsp:txXfrm>
    </dsp:sp>
    <dsp:sp modelId="{D0418004-A4CF-44A6-AFF1-CAE83C5B6A2D}">
      <dsp:nvSpPr>
        <dsp:cNvPr id="0" name=""/>
        <dsp:cNvSpPr/>
      </dsp:nvSpPr>
      <dsp:spPr>
        <a:xfrm>
          <a:off x="3901776" y="2825653"/>
          <a:ext cx="1385739" cy="13143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AI Player Port</a:t>
          </a:r>
        </a:p>
      </dsp:txBody>
      <dsp:txXfrm>
        <a:off x="3940273" y="2864150"/>
        <a:ext cx="1308745" cy="1237387"/>
      </dsp:txXfrm>
    </dsp:sp>
    <dsp:sp modelId="{31F2FF6D-FC12-40B0-B2EB-60F89215E970}">
      <dsp:nvSpPr>
        <dsp:cNvPr id="0" name=""/>
        <dsp:cNvSpPr/>
      </dsp:nvSpPr>
      <dsp:spPr>
        <a:xfrm>
          <a:off x="5590647" y="0"/>
          <a:ext cx="1732174" cy="43592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Adapters</a:t>
          </a:r>
          <a:endParaRPr lang="en-US" sz="2100" kern="1200" dirty="0"/>
        </a:p>
      </dsp:txBody>
      <dsp:txXfrm>
        <a:off x="5590647" y="0"/>
        <a:ext cx="1732174" cy="1307782"/>
      </dsp:txXfrm>
    </dsp:sp>
    <dsp:sp modelId="{57B52D39-5E62-4EF4-A38E-364A2C0BEFC9}">
      <dsp:nvSpPr>
        <dsp:cNvPr id="0" name=""/>
        <dsp:cNvSpPr/>
      </dsp:nvSpPr>
      <dsp:spPr>
        <a:xfrm>
          <a:off x="5763864" y="1308154"/>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Console UI</a:t>
          </a:r>
        </a:p>
      </dsp:txBody>
      <dsp:txXfrm>
        <a:off x="5788948" y="1333238"/>
        <a:ext cx="1335571" cy="806254"/>
      </dsp:txXfrm>
    </dsp:sp>
    <dsp:sp modelId="{5255CBCB-3249-4371-AAF9-33AC4CD655DF}">
      <dsp:nvSpPr>
        <dsp:cNvPr id="0" name=""/>
        <dsp:cNvSpPr/>
      </dsp:nvSpPr>
      <dsp:spPr>
        <a:xfrm>
          <a:off x="5763864" y="229633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Graphical UI</a:t>
          </a:r>
          <a:endParaRPr lang="en-US" sz="1600" kern="1200" dirty="0"/>
        </a:p>
      </dsp:txBody>
      <dsp:txXfrm>
        <a:off x="5788948" y="2321419"/>
        <a:ext cx="1335571" cy="806254"/>
      </dsp:txXfrm>
    </dsp:sp>
    <dsp:sp modelId="{02901E43-A849-4479-8621-852AEC99B724}">
      <dsp:nvSpPr>
        <dsp:cNvPr id="0" name=""/>
        <dsp:cNvSpPr/>
      </dsp:nvSpPr>
      <dsp:spPr>
        <a:xfrm>
          <a:off x="5763864" y="328451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Web UI</a:t>
          </a:r>
          <a:endParaRPr lang="en-US" sz="1600" kern="1200" dirty="0"/>
        </a:p>
      </dsp:txBody>
      <dsp:txXfrm>
        <a:off x="5788948" y="3309599"/>
        <a:ext cx="1335571" cy="806254"/>
      </dsp:txXfrm>
    </dsp:sp>
    <dsp:sp modelId="{E0B4303C-AAEE-4D06-9B24-F751272B4116}">
      <dsp:nvSpPr>
        <dsp:cNvPr id="0" name=""/>
        <dsp:cNvSpPr/>
      </dsp:nvSpPr>
      <dsp:spPr>
        <a:xfrm>
          <a:off x="7452734" y="0"/>
          <a:ext cx="1732174" cy="43592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Infrastructure</a:t>
          </a:r>
          <a:endParaRPr lang="en-US" sz="2100" kern="1200" dirty="0"/>
        </a:p>
      </dsp:txBody>
      <dsp:txXfrm>
        <a:off x="7452734" y="0"/>
        <a:ext cx="1732174" cy="1307782"/>
      </dsp:txXfrm>
    </dsp:sp>
    <dsp:sp modelId="{D8E2D305-D4BE-4196-82A3-2509BDF1FB24}">
      <dsp:nvSpPr>
        <dsp:cNvPr id="0" name=""/>
        <dsp:cNvSpPr/>
      </dsp:nvSpPr>
      <dsp:spPr>
        <a:xfrm>
          <a:off x="7625952" y="1308154"/>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Logger</a:t>
          </a:r>
          <a:endParaRPr lang="en-US" sz="1600" kern="1200" dirty="0"/>
        </a:p>
      </dsp:txBody>
      <dsp:txXfrm>
        <a:off x="7651036" y="1333238"/>
        <a:ext cx="1335571" cy="806254"/>
      </dsp:txXfrm>
    </dsp:sp>
    <dsp:sp modelId="{FC896E38-D6A2-4B0C-95BC-0956FF22690D}">
      <dsp:nvSpPr>
        <dsp:cNvPr id="0" name=""/>
        <dsp:cNvSpPr/>
      </dsp:nvSpPr>
      <dsp:spPr>
        <a:xfrm>
          <a:off x="7625952" y="229633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Configuration</a:t>
          </a:r>
        </a:p>
      </dsp:txBody>
      <dsp:txXfrm>
        <a:off x="7651036" y="2321419"/>
        <a:ext cx="1335571" cy="806254"/>
      </dsp:txXfrm>
    </dsp:sp>
    <dsp:sp modelId="{4DD64D61-9641-43E2-952A-453047CAEF88}">
      <dsp:nvSpPr>
        <dsp:cNvPr id="0" name=""/>
        <dsp:cNvSpPr/>
      </dsp:nvSpPr>
      <dsp:spPr>
        <a:xfrm>
          <a:off x="7625952" y="328451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dirty="0"/>
            <a:t>Data Storage</a:t>
          </a:r>
        </a:p>
      </dsp:txBody>
      <dsp:txXfrm>
        <a:off x="7651036" y="3309599"/>
        <a:ext cx="1335571" cy="806254"/>
      </dsp:txXfrm>
    </dsp:sp>
    <dsp:sp modelId="{1B71A6EF-E72C-4604-9BC7-6FE6D07FC7BD}">
      <dsp:nvSpPr>
        <dsp:cNvPr id="0" name=""/>
        <dsp:cNvSpPr/>
      </dsp:nvSpPr>
      <dsp:spPr>
        <a:xfrm>
          <a:off x="9314822" y="0"/>
          <a:ext cx="1732174" cy="43592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Launchers</a:t>
          </a:r>
          <a:endParaRPr lang="en-US" sz="2100" kern="1200" dirty="0"/>
        </a:p>
      </dsp:txBody>
      <dsp:txXfrm>
        <a:off x="9314822" y="0"/>
        <a:ext cx="1732174" cy="1307782"/>
      </dsp:txXfrm>
    </dsp:sp>
    <dsp:sp modelId="{B6705F6D-D2DB-47C2-A49B-DE44B2C8911A}">
      <dsp:nvSpPr>
        <dsp:cNvPr id="0" name=""/>
        <dsp:cNvSpPr/>
      </dsp:nvSpPr>
      <dsp:spPr>
        <a:xfrm>
          <a:off x="9488039" y="1308154"/>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Console</a:t>
          </a:r>
          <a:endParaRPr lang="en-US" sz="1600" kern="1200" dirty="0"/>
        </a:p>
      </dsp:txBody>
      <dsp:txXfrm>
        <a:off x="9513123" y="1333238"/>
        <a:ext cx="1335571" cy="806254"/>
      </dsp:txXfrm>
    </dsp:sp>
    <dsp:sp modelId="{01510350-84C5-4742-8210-1F10396E7ECB}">
      <dsp:nvSpPr>
        <dsp:cNvPr id="0" name=""/>
        <dsp:cNvSpPr/>
      </dsp:nvSpPr>
      <dsp:spPr>
        <a:xfrm>
          <a:off x="9488039" y="229633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Graphical</a:t>
          </a:r>
          <a:endParaRPr lang="en-US" sz="1600" kern="1200" dirty="0"/>
        </a:p>
      </dsp:txBody>
      <dsp:txXfrm>
        <a:off x="9513123" y="2321419"/>
        <a:ext cx="1335571" cy="806254"/>
      </dsp:txXfrm>
    </dsp:sp>
    <dsp:sp modelId="{F2E7E266-8BD9-4D81-990E-5FCBF8B5F327}">
      <dsp:nvSpPr>
        <dsp:cNvPr id="0" name=""/>
        <dsp:cNvSpPr/>
      </dsp:nvSpPr>
      <dsp:spPr>
        <a:xfrm>
          <a:off x="9488039" y="3284515"/>
          <a:ext cx="1385739" cy="8564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t>Web</a:t>
          </a:r>
          <a:endParaRPr lang="en-US" sz="1600" kern="1200" dirty="0"/>
        </a:p>
      </dsp:txBody>
      <dsp:txXfrm>
        <a:off x="9513123" y="3309599"/>
        <a:ext cx="1335571" cy="806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E7326-4BEF-45E0-952B-4C081820066E}">
      <dsp:nvSpPr>
        <dsp:cNvPr id="0" name=""/>
        <dsp:cNvSpPr/>
      </dsp:nvSpPr>
      <dsp:spPr>
        <a:xfrm>
          <a:off x="9649386" y="673591"/>
          <a:ext cx="1773545" cy="177320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B28091-1153-4412-A5C5-90A1D926C0EF}">
      <dsp:nvSpPr>
        <dsp:cNvPr id="0" name=""/>
        <dsp:cNvSpPr/>
      </dsp:nvSpPr>
      <dsp:spPr>
        <a:xfrm>
          <a:off x="9709105" y="732708"/>
          <a:ext cx="1655233" cy="165497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Launchers</a:t>
          </a:r>
          <a:endParaRPr lang="en-US" sz="1500" kern="1200" dirty="0"/>
        </a:p>
      </dsp:txBody>
      <dsp:txXfrm>
        <a:off x="9945728" y="969177"/>
        <a:ext cx="1181988" cy="1182035"/>
      </dsp:txXfrm>
    </dsp:sp>
    <dsp:sp modelId="{47525497-7EE8-42E8-A167-7A5E620930FA}">
      <dsp:nvSpPr>
        <dsp:cNvPr id="0" name=""/>
        <dsp:cNvSpPr/>
      </dsp:nvSpPr>
      <dsp:spPr>
        <a:xfrm>
          <a:off x="9709105" y="2479469"/>
          <a:ext cx="1655233" cy="972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114300" lvl="1" indent="-114300" algn="l" defTabSz="666750">
            <a:lnSpc>
              <a:spcPct val="90000"/>
            </a:lnSpc>
            <a:spcBef>
              <a:spcPct val="0"/>
            </a:spcBef>
            <a:spcAft>
              <a:spcPct val="15000"/>
            </a:spcAft>
            <a:buChar char="•"/>
          </a:pPr>
          <a:r>
            <a:rPr lang="en-US" sz="1500" kern="1200"/>
            <a:t>Add different launchers for console/gui/web</a:t>
          </a:r>
          <a:endParaRPr lang="en-US" sz="1500" kern="1200" dirty="0"/>
        </a:p>
      </dsp:txBody>
      <dsp:txXfrm>
        <a:off x="9709105" y="2479469"/>
        <a:ext cx="1655233" cy="972013"/>
      </dsp:txXfrm>
    </dsp:sp>
    <dsp:sp modelId="{6C2B9A36-5B93-4D0F-BE1C-23D15F4D5B8D}">
      <dsp:nvSpPr>
        <dsp:cNvPr id="0" name=""/>
        <dsp:cNvSpPr/>
      </dsp:nvSpPr>
      <dsp:spPr>
        <a:xfrm rot="2700000">
          <a:off x="7817373" y="673391"/>
          <a:ext cx="1773295" cy="1773295"/>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5F30A8-24E5-4EB6-9AAB-5F4DD93B855A}">
      <dsp:nvSpPr>
        <dsp:cNvPr id="0" name=""/>
        <dsp:cNvSpPr/>
      </dsp:nvSpPr>
      <dsp:spPr>
        <a:xfrm>
          <a:off x="7876967" y="732708"/>
          <a:ext cx="1655233" cy="165497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Adapters</a:t>
          </a:r>
        </a:p>
      </dsp:txBody>
      <dsp:txXfrm>
        <a:off x="8113590" y="969177"/>
        <a:ext cx="1181988" cy="1182035"/>
      </dsp:txXfrm>
    </dsp:sp>
    <dsp:sp modelId="{010CD08E-4327-4C32-8067-632CEE353983}">
      <dsp:nvSpPr>
        <dsp:cNvPr id="0" name=""/>
        <dsp:cNvSpPr/>
      </dsp:nvSpPr>
      <dsp:spPr>
        <a:xfrm>
          <a:off x="7876967" y="2479469"/>
          <a:ext cx="1655233" cy="972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Add different adapters for console/</a:t>
          </a:r>
          <a:r>
            <a:rPr lang="en-US" sz="1500" kern="1200" dirty="0" err="1"/>
            <a:t>gui</a:t>
          </a:r>
          <a:r>
            <a:rPr lang="en-US" sz="1500" kern="1200" dirty="0"/>
            <a:t>/web</a:t>
          </a:r>
        </a:p>
      </dsp:txBody>
      <dsp:txXfrm>
        <a:off x="7876967" y="2479469"/>
        <a:ext cx="1655233" cy="972013"/>
      </dsp:txXfrm>
    </dsp:sp>
    <dsp:sp modelId="{44ED74FF-1109-4340-9EC1-F0F7455A49D4}">
      <dsp:nvSpPr>
        <dsp:cNvPr id="0" name=""/>
        <dsp:cNvSpPr/>
      </dsp:nvSpPr>
      <dsp:spPr>
        <a:xfrm rot="2700000">
          <a:off x="5985235" y="673391"/>
          <a:ext cx="1773295" cy="1773295"/>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2EF889-0F76-4AEE-A9FB-8B68880DBF95}">
      <dsp:nvSpPr>
        <dsp:cNvPr id="0" name=""/>
        <dsp:cNvSpPr/>
      </dsp:nvSpPr>
      <dsp:spPr>
        <a:xfrm>
          <a:off x="6044829" y="732708"/>
          <a:ext cx="1655233" cy="165497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Ports</a:t>
          </a:r>
        </a:p>
      </dsp:txBody>
      <dsp:txXfrm>
        <a:off x="6281452" y="969177"/>
        <a:ext cx="1181988" cy="1182035"/>
      </dsp:txXfrm>
    </dsp:sp>
    <dsp:sp modelId="{1883C9D7-8561-429B-81E7-6C8EF4A3DA8A}">
      <dsp:nvSpPr>
        <dsp:cNvPr id="0" name=""/>
        <dsp:cNvSpPr/>
      </dsp:nvSpPr>
      <dsp:spPr>
        <a:xfrm>
          <a:off x="6044829" y="2479469"/>
          <a:ext cx="1655233" cy="972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Add different ports</a:t>
          </a:r>
        </a:p>
      </dsp:txBody>
      <dsp:txXfrm>
        <a:off x="6044829" y="2479469"/>
        <a:ext cx="1655233" cy="972013"/>
      </dsp:txXfrm>
    </dsp:sp>
    <dsp:sp modelId="{CEDF1A01-C106-410A-A7F0-9DE65D4B0155}">
      <dsp:nvSpPr>
        <dsp:cNvPr id="0" name=""/>
        <dsp:cNvSpPr/>
      </dsp:nvSpPr>
      <dsp:spPr>
        <a:xfrm rot="2700000">
          <a:off x="4153097" y="673391"/>
          <a:ext cx="1773295" cy="1773295"/>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9DFE73-C67A-457F-AAA2-E67C7B4BA58C}">
      <dsp:nvSpPr>
        <dsp:cNvPr id="0" name=""/>
        <dsp:cNvSpPr/>
      </dsp:nvSpPr>
      <dsp:spPr>
        <a:xfrm>
          <a:off x="4212691" y="732708"/>
          <a:ext cx="1655233" cy="165497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Application</a:t>
          </a:r>
        </a:p>
      </dsp:txBody>
      <dsp:txXfrm>
        <a:off x="4448188" y="969177"/>
        <a:ext cx="1181988" cy="1182035"/>
      </dsp:txXfrm>
    </dsp:sp>
    <dsp:sp modelId="{1BF14F01-3CD2-4698-AC40-983C0F320B92}">
      <dsp:nvSpPr>
        <dsp:cNvPr id="0" name=""/>
        <dsp:cNvSpPr/>
      </dsp:nvSpPr>
      <dsp:spPr>
        <a:xfrm>
          <a:off x="4212691" y="2479469"/>
          <a:ext cx="1655233" cy="972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Implement Game Engine</a:t>
          </a:r>
        </a:p>
        <a:p>
          <a:pPr marL="114300" lvl="1" indent="-114300" algn="l" defTabSz="666750">
            <a:lnSpc>
              <a:spcPct val="90000"/>
            </a:lnSpc>
            <a:spcBef>
              <a:spcPct val="0"/>
            </a:spcBef>
            <a:spcAft>
              <a:spcPct val="15000"/>
            </a:spcAft>
            <a:buChar char="•"/>
          </a:pPr>
          <a:r>
            <a:rPr lang="en-US" sz="1500" kern="1200" dirty="0"/>
            <a:t>Add use-cases</a:t>
          </a:r>
        </a:p>
      </dsp:txBody>
      <dsp:txXfrm>
        <a:off x="4212691" y="2479469"/>
        <a:ext cx="1655233" cy="972013"/>
      </dsp:txXfrm>
    </dsp:sp>
    <dsp:sp modelId="{C3767EDE-39E2-4EF7-9FAB-A51A6EECEE95}">
      <dsp:nvSpPr>
        <dsp:cNvPr id="0" name=""/>
        <dsp:cNvSpPr/>
      </dsp:nvSpPr>
      <dsp:spPr>
        <a:xfrm rot="2700000">
          <a:off x="2320959" y="673391"/>
          <a:ext cx="1773295" cy="1773295"/>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D8C9F6-FD66-4858-AC0E-227A6F9E68D3}">
      <dsp:nvSpPr>
        <dsp:cNvPr id="0" name=""/>
        <dsp:cNvSpPr/>
      </dsp:nvSpPr>
      <dsp:spPr>
        <a:xfrm>
          <a:off x="2380554" y="732708"/>
          <a:ext cx="1655233" cy="165497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Infrastructure</a:t>
          </a:r>
          <a:endParaRPr lang="en-US" sz="1500" kern="1200" dirty="0"/>
        </a:p>
      </dsp:txBody>
      <dsp:txXfrm>
        <a:off x="2616050" y="969177"/>
        <a:ext cx="1181988" cy="1182035"/>
      </dsp:txXfrm>
    </dsp:sp>
    <dsp:sp modelId="{22BAD179-E99F-4148-AB6E-F1854E55626D}">
      <dsp:nvSpPr>
        <dsp:cNvPr id="0" name=""/>
        <dsp:cNvSpPr/>
      </dsp:nvSpPr>
      <dsp:spPr>
        <a:xfrm>
          <a:off x="2380554" y="2479469"/>
          <a:ext cx="1655233" cy="972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Add Configuration</a:t>
          </a:r>
        </a:p>
        <a:p>
          <a:pPr marL="114300" lvl="1" indent="-114300" algn="l" defTabSz="666750">
            <a:lnSpc>
              <a:spcPct val="90000"/>
            </a:lnSpc>
            <a:spcBef>
              <a:spcPct val="0"/>
            </a:spcBef>
            <a:spcAft>
              <a:spcPct val="15000"/>
            </a:spcAft>
            <a:buChar char="•"/>
          </a:pPr>
          <a:r>
            <a:rPr lang="en-US" sz="1500" kern="1200" dirty="0"/>
            <a:t>Implement Data Storage Strategies</a:t>
          </a:r>
        </a:p>
      </dsp:txBody>
      <dsp:txXfrm>
        <a:off x="2380554" y="2479469"/>
        <a:ext cx="1655233" cy="972013"/>
      </dsp:txXfrm>
    </dsp:sp>
    <dsp:sp modelId="{0114ABF0-7DBE-4E4F-8DF9-BCF6CE2329D5}">
      <dsp:nvSpPr>
        <dsp:cNvPr id="0" name=""/>
        <dsp:cNvSpPr/>
      </dsp:nvSpPr>
      <dsp:spPr>
        <a:xfrm rot="2700000">
          <a:off x="488822" y="673391"/>
          <a:ext cx="1773295" cy="1773295"/>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84A852-362E-4FC2-9991-9AE9EAECD15E}">
      <dsp:nvSpPr>
        <dsp:cNvPr id="0" name=""/>
        <dsp:cNvSpPr/>
      </dsp:nvSpPr>
      <dsp:spPr>
        <a:xfrm>
          <a:off x="547289" y="732708"/>
          <a:ext cx="1655233" cy="165497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Domain</a:t>
          </a:r>
        </a:p>
      </dsp:txBody>
      <dsp:txXfrm>
        <a:off x="783912" y="969177"/>
        <a:ext cx="1181988" cy="1182035"/>
      </dsp:txXfrm>
    </dsp:sp>
    <dsp:sp modelId="{0B671B56-3BFB-4CA9-A06D-6AC7850B1796}">
      <dsp:nvSpPr>
        <dsp:cNvPr id="0" name=""/>
        <dsp:cNvSpPr/>
      </dsp:nvSpPr>
      <dsp:spPr>
        <a:xfrm>
          <a:off x="547289" y="2479469"/>
          <a:ext cx="1655233" cy="972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Create Entities</a:t>
          </a:r>
        </a:p>
        <a:p>
          <a:pPr marL="114300" lvl="1" indent="-114300" algn="l" defTabSz="666750">
            <a:lnSpc>
              <a:spcPct val="90000"/>
            </a:lnSpc>
            <a:spcBef>
              <a:spcPct val="0"/>
            </a:spcBef>
            <a:spcAft>
              <a:spcPct val="15000"/>
            </a:spcAft>
            <a:buChar char="•"/>
          </a:pPr>
          <a:r>
            <a:rPr lang="en-US" sz="1500" kern="1200" dirty="0"/>
            <a:t>Implement Core Rules</a:t>
          </a:r>
        </a:p>
      </dsp:txBody>
      <dsp:txXfrm>
        <a:off x="547289" y="2479469"/>
        <a:ext cx="1655233" cy="9720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EDCE5-38F1-474A-A764-FA7F52214998}">
      <dsp:nvSpPr>
        <dsp:cNvPr id="0" name=""/>
        <dsp:cNvSpPr/>
      </dsp:nvSpPr>
      <dsp:spPr>
        <a:xfrm>
          <a:off x="0" y="0"/>
          <a:ext cx="5064123" cy="506412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0DEDCC-B8E1-46E7-B9E9-97DEE3DE6E1E}">
      <dsp:nvSpPr>
        <dsp:cNvPr id="0" name=""/>
        <dsp:cNvSpPr/>
      </dsp:nvSpPr>
      <dsp:spPr>
        <a:xfrm>
          <a:off x="2532061" y="0"/>
          <a:ext cx="9212264" cy="50641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Domain</a:t>
          </a:r>
        </a:p>
      </dsp:txBody>
      <dsp:txXfrm>
        <a:off x="2532061" y="0"/>
        <a:ext cx="4606132" cy="810259"/>
      </dsp:txXfrm>
    </dsp:sp>
    <dsp:sp modelId="{856F83D0-8DE3-49D4-B2A1-B69C74DEE364}">
      <dsp:nvSpPr>
        <dsp:cNvPr id="0" name=""/>
        <dsp:cNvSpPr/>
      </dsp:nvSpPr>
      <dsp:spPr>
        <a:xfrm>
          <a:off x="531732" y="810259"/>
          <a:ext cx="4000657" cy="400065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AA3920-BFFA-457F-9E3F-469422C942F4}">
      <dsp:nvSpPr>
        <dsp:cNvPr id="0" name=""/>
        <dsp:cNvSpPr/>
      </dsp:nvSpPr>
      <dsp:spPr>
        <a:xfrm>
          <a:off x="2532061" y="810259"/>
          <a:ext cx="9212264" cy="400065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Application</a:t>
          </a:r>
        </a:p>
      </dsp:txBody>
      <dsp:txXfrm>
        <a:off x="2532061" y="810259"/>
        <a:ext cx="4606132" cy="810259"/>
      </dsp:txXfrm>
    </dsp:sp>
    <dsp:sp modelId="{FEDCFDBF-B59E-46DD-AF8A-CE5313EA2100}">
      <dsp:nvSpPr>
        <dsp:cNvPr id="0" name=""/>
        <dsp:cNvSpPr/>
      </dsp:nvSpPr>
      <dsp:spPr>
        <a:xfrm>
          <a:off x="1063465" y="1620519"/>
          <a:ext cx="2937191" cy="2937191"/>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915316-2FFE-4820-ACA2-4E9845D36D87}">
      <dsp:nvSpPr>
        <dsp:cNvPr id="0" name=""/>
        <dsp:cNvSpPr/>
      </dsp:nvSpPr>
      <dsp:spPr>
        <a:xfrm>
          <a:off x="2532061" y="1620519"/>
          <a:ext cx="9212264" cy="293719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Adapters</a:t>
          </a:r>
        </a:p>
      </dsp:txBody>
      <dsp:txXfrm>
        <a:off x="2532061" y="1620519"/>
        <a:ext cx="4606132" cy="810259"/>
      </dsp:txXfrm>
    </dsp:sp>
    <dsp:sp modelId="{8AF056D6-2935-49E8-923A-5447DBFB9A76}">
      <dsp:nvSpPr>
        <dsp:cNvPr id="0" name=""/>
        <dsp:cNvSpPr/>
      </dsp:nvSpPr>
      <dsp:spPr>
        <a:xfrm>
          <a:off x="1595198" y="2430779"/>
          <a:ext cx="1873725" cy="187372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9AFC30-DB61-441D-9813-B9A3D01CF600}">
      <dsp:nvSpPr>
        <dsp:cNvPr id="0" name=""/>
        <dsp:cNvSpPr/>
      </dsp:nvSpPr>
      <dsp:spPr>
        <a:xfrm>
          <a:off x="2532061" y="2430779"/>
          <a:ext cx="9212264" cy="18737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Infrastructure</a:t>
          </a:r>
        </a:p>
      </dsp:txBody>
      <dsp:txXfrm>
        <a:off x="2532061" y="2430779"/>
        <a:ext cx="4606132" cy="810259"/>
      </dsp:txXfrm>
    </dsp:sp>
    <dsp:sp modelId="{71269159-3C96-4133-B4C3-272C135068A3}">
      <dsp:nvSpPr>
        <dsp:cNvPr id="0" name=""/>
        <dsp:cNvSpPr/>
      </dsp:nvSpPr>
      <dsp:spPr>
        <a:xfrm>
          <a:off x="2126931" y="3241038"/>
          <a:ext cx="810259" cy="81025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E83C4C-116A-4D4A-ADEA-60DABF379EE5}">
      <dsp:nvSpPr>
        <dsp:cNvPr id="0" name=""/>
        <dsp:cNvSpPr/>
      </dsp:nvSpPr>
      <dsp:spPr>
        <a:xfrm>
          <a:off x="2532061" y="3241038"/>
          <a:ext cx="9212264" cy="8102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Launchers</a:t>
          </a:r>
        </a:p>
      </dsp:txBody>
      <dsp:txXfrm>
        <a:off x="2532061" y="3241038"/>
        <a:ext cx="4606132" cy="810259"/>
      </dsp:txXfrm>
    </dsp:sp>
    <dsp:sp modelId="{C82ED56A-FC60-43A3-B868-AAFBA4377180}">
      <dsp:nvSpPr>
        <dsp:cNvPr id="0" name=""/>
        <dsp:cNvSpPr/>
      </dsp:nvSpPr>
      <dsp:spPr>
        <a:xfrm>
          <a:off x="7138193" y="0"/>
          <a:ext cx="4606132" cy="8102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Rules &amp; Validation</a:t>
          </a:r>
        </a:p>
        <a:p>
          <a:pPr marL="228600" lvl="1" indent="-228600" algn="l" defTabSz="933450">
            <a:lnSpc>
              <a:spcPct val="90000"/>
            </a:lnSpc>
            <a:spcBef>
              <a:spcPct val="0"/>
            </a:spcBef>
            <a:spcAft>
              <a:spcPct val="15000"/>
            </a:spcAft>
            <a:buChar char="•"/>
          </a:pPr>
          <a:r>
            <a:rPr lang="en-US" sz="2100" kern="1200" dirty="0"/>
            <a:t>Flipping &amp; Game-end logic</a:t>
          </a:r>
        </a:p>
      </dsp:txBody>
      <dsp:txXfrm>
        <a:off x="7138193" y="0"/>
        <a:ext cx="4606132" cy="810259"/>
      </dsp:txXfrm>
    </dsp:sp>
    <dsp:sp modelId="{CDA314F3-214D-4E43-83B7-4BDCFF02E1E8}">
      <dsp:nvSpPr>
        <dsp:cNvPr id="0" name=""/>
        <dsp:cNvSpPr/>
      </dsp:nvSpPr>
      <dsp:spPr>
        <a:xfrm>
          <a:off x="7138193" y="810259"/>
          <a:ext cx="4606132" cy="8102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Turn Flow &amp; Game Initialization</a:t>
          </a:r>
        </a:p>
        <a:p>
          <a:pPr marL="228600" lvl="1" indent="-228600" algn="l" defTabSz="933450">
            <a:lnSpc>
              <a:spcPct val="90000"/>
            </a:lnSpc>
            <a:spcBef>
              <a:spcPct val="0"/>
            </a:spcBef>
            <a:spcAft>
              <a:spcPct val="15000"/>
            </a:spcAft>
            <a:buChar char="•"/>
          </a:pPr>
          <a:r>
            <a:rPr lang="en-US" sz="2100" kern="1200"/>
            <a:t>Error Propagation</a:t>
          </a:r>
          <a:endParaRPr lang="en-US" sz="2100" kern="1200" dirty="0"/>
        </a:p>
      </dsp:txBody>
      <dsp:txXfrm>
        <a:off x="7138193" y="810259"/>
        <a:ext cx="4606132" cy="810259"/>
      </dsp:txXfrm>
    </dsp:sp>
    <dsp:sp modelId="{24133FCE-CB62-4E7E-A60E-7C796154A0FF}">
      <dsp:nvSpPr>
        <dsp:cNvPr id="0" name=""/>
        <dsp:cNvSpPr/>
      </dsp:nvSpPr>
      <dsp:spPr>
        <a:xfrm>
          <a:off x="7138193" y="1620519"/>
          <a:ext cx="4606132" cy="8102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Rendering Utilities</a:t>
          </a:r>
        </a:p>
        <a:p>
          <a:pPr marL="228600" lvl="1" indent="-228600" algn="l" defTabSz="933450">
            <a:lnSpc>
              <a:spcPct val="90000"/>
            </a:lnSpc>
            <a:spcBef>
              <a:spcPct val="0"/>
            </a:spcBef>
            <a:spcAft>
              <a:spcPct val="15000"/>
            </a:spcAft>
            <a:buChar char="•"/>
          </a:pPr>
          <a:r>
            <a:rPr lang="en-US" sz="2100" kern="1200" dirty="0"/>
            <a:t>User Input Parsing</a:t>
          </a:r>
        </a:p>
      </dsp:txBody>
      <dsp:txXfrm>
        <a:off x="7138193" y="1620519"/>
        <a:ext cx="4606132" cy="810259"/>
      </dsp:txXfrm>
    </dsp:sp>
    <dsp:sp modelId="{A5BDDC96-2C68-42BE-9785-DDBF6FD50DC0}">
      <dsp:nvSpPr>
        <dsp:cNvPr id="0" name=""/>
        <dsp:cNvSpPr/>
      </dsp:nvSpPr>
      <dsp:spPr>
        <a:xfrm>
          <a:off x="7138193" y="2430779"/>
          <a:ext cx="4606132" cy="8102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Logging</a:t>
          </a:r>
        </a:p>
        <a:p>
          <a:pPr marL="228600" lvl="1" indent="-228600" algn="l" defTabSz="933450">
            <a:lnSpc>
              <a:spcPct val="90000"/>
            </a:lnSpc>
            <a:spcBef>
              <a:spcPct val="0"/>
            </a:spcBef>
            <a:spcAft>
              <a:spcPct val="15000"/>
            </a:spcAft>
            <a:buChar char="•"/>
          </a:pPr>
          <a:r>
            <a:rPr lang="en-US" sz="2100" kern="1200" dirty="0"/>
            <a:t>Configuration</a:t>
          </a:r>
        </a:p>
      </dsp:txBody>
      <dsp:txXfrm>
        <a:off x="7138193" y="2430779"/>
        <a:ext cx="4606132" cy="810259"/>
      </dsp:txXfrm>
    </dsp:sp>
    <dsp:sp modelId="{1967B04B-FAF4-4469-9B92-AE783BE71C36}">
      <dsp:nvSpPr>
        <dsp:cNvPr id="0" name=""/>
        <dsp:cNvSpPr/>
      </dsp:nvSpPr>
      <dsp:spPr>
        <a:xfrm>
          <a:off x="7138193" y="3241038"/>
          <a:ext cx="4606132" cy="8102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a:t>Rendering</a:t>
          </a:r>
          <a:endParaRPr lang="en-US" sz="2100" kern="1200" dirty="0"/>
        </a:p>
        <a:p>
          <a:pPr marL="228600" lvl="1" indent="-228600" algn="l" defTabSz="933450">
            <a:lnSpc>
              <a:spcPct val="90000"/>
            </a:lnSpc>
            <a:spcBef>
              <a:spcPct val="0"/>
            </a:spcBef>
            <a:spcAft>
              <a:spcPct val="15000"/>
            </a:spcAft>
            <a:buChar char="•"/>
          </a:pPr>
          <a:r>
            <a:rPr lang="en-US" sz="2100" kern="1200" dirty="0"/>
            <a:t>Control/Data Flow</a:t>
          </a:r>
        </a:p>
      </dsp:txBody>
      <dsp:txXfrm>
        <a:off x="7138193" y="3241038"/>
        <a:ext cx="4606132" cy="81025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05-Dec-25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05-Dec-25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3D68D-684D-EE85-7B84-DE74219EE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1A895-DA1D-77DB-A2C4-AAC80EAD3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57C59-86D3-42AA-7FDC-02B3863C62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B47C25-E8A2-1C44-9899-53E08A175289}"/>
              </a:ext>
            </a:extLst>
          </p:cNvPr>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3912553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9EA9-00E4-F470-F85E-A9CA76D1A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3A836-23F5-38E5-718A-96AC870A1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BBE49-995C-B29C-C17C-BC7F8E9D60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1EA72E-05F1-D8F3-F080-838697BE9DC9}"/>
              </a:ext>
            </a:extLst>
          </p:cNvPr>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358787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A24BD-5008-2674-6E88-47C11E17D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5F475-DCA4-E821-C664-6D4423B4C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F5615-D67E-90CC-90BB-AA3AC330BE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AC6B0-83BD-677B-02A1-2C8D7E06FAA1}"/>
              </a:ext>
            </a:extLst>
          </p:cNvPr>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2952663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C9E9-473B-3E93-D9D8-D749FF54A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4E408-CD14-78E4-9E09-983E47708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9EEC2-B28D-CEBB-C801-4C4DBA592E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C305D4-6493-5E21-39D6-CC3020DCCF0B}"/>
              </a:ext>
            </a:extLst>
          </p:cNvPr>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3671097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06CA-377E-B83E-04F9-EF3905693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F9BDE-47B5-BAA5-97A7-675D2ED7D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CA997-3C11-EFB6-1E57-66951D06ED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A9EC37-7C03-E6C8-D043-8EFA5119735E}"/>
              </a:ext>
            </a:extLst>
          </p:cNvPr>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8760706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hyperlink" Target="https://github.com/TalhaProgrammer92/Reversi-Game" TargetMode="External"/><Relationship Id="rId7"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hyperlink" Target="mailto:talha.code92@gmail.com" TargetMode="Externa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err="1"/>
              <a:t>Reversi</a:t>
            </a:r>
            <a:r>
              <a:rPr lang="en-US" dirty="0"/>
              <a:t> (Othello)</a:t>
            </a: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8"/>
            <a:ext cx="9779182" cy="2597396"/>
          </a:xfrm>
        </p:spPr>
        <p:txBody>
          <a:bodyPr vert="horz" lIns="91440" tIns="45720" rIns="91440" bIns="45720" rtlCol="0" anchor="t">
            <a:normAutofit/>
          </a:bodyPr>
          <a:lstStyle/>
          <a:p>
            <a:r>
              <a:rPr lang="en-US" dirty="0"/>
              <a:t>Introduction &amp; Origin</a:t>
            </a:r>
          </a:p>
          <a:p>
            <a:r>
              <a:rPr lang="en-US" dirty="0"/>
              <a:t>Game Rules</a:t>
            </a:r>
          </a:p>
          <a:p>
            <a:r>
              <a:rPr lang="en-US" dirty="0"/>
              <a:t>Project Architecture</a:t>
            </a:r>
          </a:p>
          <a:p>
            <a:r>
              <a:rPr lang="en-US" dirty="0"/>
              <a:t>Software Development Life Cycle</a:t>
            </a:r>
          </a:p>
          <a:p>
            <a:r>
              <a:rPr lang="en-US" dirty="0"/>
              <a:t>Conclusion</a:t>
            </a:r>
          </a:p>
        </p:txBody>
      </p:sp>
    </p:spTree>
    <p:extLst>
      <p:ext uri="{BB962C8B-B14F-4D97-AF65-F5344CB8AC3E}">
        <p14:creationId xmlns:p14="http://schemas.microsoft.com/office/powerpoint/2010/main" val="13256085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ipe(left)">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left)">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wipe(left)">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wipe(left)">
                                      <p:cBhvr>
                                        <p:cTn id="3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167492" y="136526"/>
            <a:ext cx="9601200" cy="1653371"/>
          </a:xfrm>
        </p:spPr>
        <p:txBody>
          <a:bodyPr vert="horz" lIns="91440" tIns="45720" rIns="91440" bIns="45720" rtlCol="0" anchor="b">
            <a:normAutofit/>
          </a:bodyPr>
          <a:lstStyle/>
          <a:p>
            <a:r>
              <a:rPr lang="en-US" b="1" kern="1200" dirty="0">
                <a:latin typeface="+mj-lt"/>
                <a:ea typeface="+mj-ea"/>
                <a:cs typeface="+mj-cs"/>
              </a:rPr>
              <a:t>Introduction &amp; History</a:t>
            </a:r>
          </a:p>
        </p:txBody>
      </p:sp>
      <p:sp>
        <p:nvSpPr>
          <p:cNvPr id="3" name="TextBox 2">
            <a:extLst>
              <a:ext uri="{FF2B5EF4-FFF2-40B4-BE49-F238E27FC236}">
                <a16:creationId xmlns:a16="http://schemas.microsoft.com/office/drawing/2014/main" id="{8CBCCDBA-6E4E-1739-B444-EA27FD1C46BC}"/>
              </a:ext>
            </a:extLst>
          </p:cNvPr>
          <p:cNvSpPr txBox="1"/>
          <p:nvPr/>
        </p:nvSpPr>
        <p:spPr>
          <a:xfrm>
            <a:off x="1167493" y="2023984"/>
            <a:ext cx="4663440" cy="3332832"/>
          </a:xfrm>
          <a:prstGeom prst="rect">
            <a:avLst/>
          </a:prstGeom>
        </p:spPr>
        <p:txBody>
          <a:bodyPr vert="horz" lIns="91440" tIns="45720" rIns="91440" bIns="45720" rtlCol="0">
            <a:normAutofit/>
          </a:bodyPr>
          <a:lstStyle/>
          <a:p>
            <a:pPr>
              <a:lnSpc>
                <a:spcPct val="90000"/>
              </a:lnSpc>
              <a:spcBef>
                <a:spcPts val="1000"/>
              </a:spcBef>
              <a:buFont typeface="Arial" panose="020B0604020202020204" pitchFamily="34" charset="0"/>
            </a:pPr>
            <a:r>
              <a:rPr lang="en-US" sz="2000" b="1" dirty="0" err="1"/>
              <a:t>Reversi</a:t>
            </a:r>
            <a:r>
              <a:rPr lang="en-US" sz="2000" dirty="0"/>
              <a:t>, also known as Othello, dates back to the late 19</a:t>
            </a:r>
            <a:r>
              <a:rPr lang="en-US" sz="2000" baseline="30000" dirty="0"/>
              <a:t>th</a:t>
            </a:r>
            <a:r>
              <a:rPr lang="en-US" sz="2000" dirty="0"/>
              <a:t> century. The game is believed to have been created around 1883 in England. Credit is often attributed to Lewis Waterman or Jhon W. Mollett, though the true origin remains debated. The name “Othello” was inspired by Shakespeare’s play due to the contrasting black and white pieces.</a:t>
            </a:r>
          </a:p>
        </p:txBody>
      </p:sp>
      <p:pic>
        <p:nvPicPr>
          <p:cNvPr id="10" name="Picture Placeholder 9" descr="A board with a game of checkers&#10;&#10;AI-generated content may be incorrect.">
            <a:extLst>
              <a:ext uri="{FF2B5EF4-FFF2-40B4-BE49-F238E27FC236}">
                <a16:creationId xmlns:a16="http://schemas.microsoft.com/office/drawing/2014/main" id="{FCA2FB5B-570E-D181-A4B1-1DCB61C08948}"/>
              </a:ext>
            </a:extLst>
          </p:cNvPr>
          <p:cNvPicPr>
            <a:picLocks noGrp="1" noChangeAspect="1"/>
          </p:cNvPicPr>
          <p:nvPr>
            <p:ph idx="10"/>
          </p:nvPr>
        </p:nvPicPr>
        <p:blipFill>
          <a:blip r:embed="rId3"/>
          <a:stretch/>
        </p:blipFill>
        <p:spPr>
          <a:xfrm>
            <a:off x="6944363" y="2023984"/>
            <a:ext cx="3341184" cy="3332832"/>
          </a:xfrm>
          <a:noFill/>
        </p:spPr>
      </p:pic>
    </p:spTree>
    <p:extLst>
      <p:ext uri="{BB962C8B-B14F-4D97-AF65-F5344CB8AC3E}">
        <p14:creationId xmlns:p14="http://schemas.microsoft.com/office/powerpoint/2010/main" val="36626771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14"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
                                            <p:txEl>
                                              <p:pRg st="0" end="0"/>
                                            </p:txEl>
                                          </p:spTgt>
                                        </p:tgtEl>
                                      </p:cBhvr>
                                    </p:animEffect>
                                  </p:childTnLst>
                                </p:cTn>
                              </p:par>
                            </p:childTnLst>
                          </p:cTn>
                        </p:par>
                        <p:par>
                          <p:cTn id="17" fill="hold">
                            <p:stCondLst>
                              <p:cond delay="15150"/>
                            </p:stCondLst>
                            <p:childTnLst>
                              <p:par>
                                <p:cTn id="18" presetID="53" presetClass="entr" presetSubtype="528"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anim calcmode="lin" valueType="num">
                                      <p:cBhvr>
                                        <p:cTn id="23" dur="500" fill="hold"/>
                                        <p:tgtEl>
                                          <p:spTgt spid="10"/>
                                        </p:tgtEl>
                                        <p:attrNameLst>
                                          <p:attrName>ppt_x</p:attrName>
                                        </p:attrNameLst>
                                      </p:cBhvr>
                                      <p:tavLst>
                                        <p:tav tm="0">
                                          <p:val>
                                            <p:fltVal val="0.5"/>
                                          </p:val>
                                        </p:tav>
                                        <p:tav tm="100000">
                                          <p:val>
                                            <p:strVal val="#ppt_x"/>
                                          </p:val>
                                        </p:tav>
                                      </p:tavLst>
                                    </p:anim>
                                    <p:anim calcmode="lin" valueType="num">
                                      <p:cBhvr>
                                        <p:cTn id="24" dur="500" fill="hold"/>
                                        <p:tgtEl>
                                          <p:spTgt spid="1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1158864" y="102021"/>
            <a:ext cx="9779183" cy="655217"/>
          </a:xfrm>
        </p:spPr>
        <p:txBody>
          <a:bodyPr/>
          <a:lstStyle/>
          <a:p>
            <a:r>
              <a:rPr lang="en-US" dirty="0"/>
              <a:t>Game Rules</a:t>
            </a:r>
          </a:p>
        </p:txBody>
      </p:sp>
      <p:sp>
        <p:nvSpPr>
          <p:cNvPr id="3" name="Subtitle 2">
            <a:extLst>
              <a:ext uri="{FF2B5EF4-FFF2-40B4-BE49-F238E27FC236}">
                <a16:creationId xmlns:a16="http://schemas.microsoft.com/office/drawing/2014/main" id="{26BC9DE8-A5CC-4BE1-0DE5-CB15D01A7919}"/>
              </a:ext>
            </a:extLst>
          </p:cNvPr>
          <p:cNvSpPr>
            <a:spLocks noGrp="1"/>
          </p:cNvSpPr>
          <p:nvPr>
            <p:ph idx="1"/>
          </p:nvPr>
        </p:nvSpPr>
        <p:spPr>
          <a:xfrm>
            <a:off x="1158865" y="1000125"/>
            <a:ext cx="9779182" cy="4486275"/>
          </a:xfrm>
        </p:spPr>
        <p:txBody>
          <a:bodyPr>
            <a:normAutofit/>
          </a:bodyPr>
          <a:lstStyle/>
          <a:p>
            <a:pPr marL="285750" indent="-285750">
              <a:buFont typeface="Wingdings" panose="05000000000000000000" pitchFamily="2" charset="2"/>
              <a:buChar char="Ø"/>
            </a:pPr>
            <a:r>
              <a:rPr lang="en-US" sz="1600" b="1" dirty="0"/>
              <a:t>Game is played on an 8×8 board</a:t>
            </a:r>
            <a:r>
              <a:rPr lang="en-US" sz="1600" dirty="0"/>
              <a:t> and starts with four coins placed at the center: two black and two white in diagonal arrangement.</a:t>
            </a:r>
          </a:p>
          <a:p>
            <a:pPr marL="285750" indent="-285750">
              <a:buFont typeface="Wingdings" panose="05000000000000000000" pitchFamily="2" charset="2"/>
              <a:buChar char="Ø"/>
            </a:pPr>
            <a:r>
              <a:rPr lang="en-US" sz="1600" b="1" dirty="0"/>
              <a:t>Players take turns placing one coin</a:t>
            </a:r>
            <a:r>
              <a:rPr lang="en-US" sz="1600" dirty="0"/>
              <a:t> of their color on an empty square.</a:t>
            </a:r>
          </a:p>
          <a:p>
            <a:pPr marL="285750" indent="-285750">
              <a:buFont typeface="Wingdings" panose="05000000000000000000" pitchFamily="2" charset="2"/>
              <a:buChar char="Ø"/>
            </a:pPr>
            <a:r>
              <a:rPr lang="en-US" sz="1600" b="1" dirty="0"/>
              <a:t>A placed coin must flank opponent’s coins</a:t>
            </a:r>
            <a:r>
              <a:rPr lang="en-US" sz="1600" dirty="0"/>
              <a:t> (horizontally, vertically, or diagonally) between the placed coin and another coin of the same color.</a:t>
            </a:r>
          </a:p>
          <a:p>
            <a:pPr marL="285750" indent="-285750">
              <a:buFont typeface="Wingdings" panose="05000000000000000000" pitchFamily="2" charset="2"/>
              <a:buChar char="Ø"/>
            </a:pPr>
            <a:r>
              <a:rPr lang="en-US" sz="1600" b="1" dirty="0"/>
              <a:t>All opponent’s coins that fall between two matching coins are flipped</a:t>
            </a:r>
            <a:r>
              <a:rPr lang="en-US" sz="1600" dirty="0"/>
              <a:t>, becoming the color of the player who made the move.</a:t>
            </a:r>
          </a:p>
          <a:p>
            <a:pPr marL="285750" indent="-285750">
              <a:buFont typeface="Wingdings" panose="05000000000000000000" pitchFamily="2" charset="2"/>
              <a:buChar char="Ø"/>
            </a:pPr>
            <a:r>
              <a:rPr lang="en-US" sz="1600" b="1" dirty="0"/>
              <a:t>A move is only legal if it flips at least one opponent piece, </a:t>
            </a:r>
            <a:r>
              <a:rPr lang="en-US" sz="1600" dirty="0"/>
              <a:t>otherwise the player can’t place their coin.</a:t>
            </a:r>
          </a:p>
          <a:p>
            <a:pPr marL="285750" indent="-285750">
              <a:buFont typeface="Wingdings" panose="05000000000000000000" pitchFamily="2" charset="2"/>
              <a:buChar char="Ø"/>
            </a:pPr>
            <a:r>
              <a:rPr lang="en-US" sz="1600" b="1" dirty="0"/>
              <a:t>If a player has no legal move</a:t>
            </a:r>
            <a:r>
              <a:rPr lang="en-US" sz="1600" dirty="0"/>
              <a:t>, they must pass, and the opponent continues.</a:t>
            </a:r>
          </a:p>
          <a:p>
            <a:pPr marL="285750" indent="-285750">
              <a:buFont typeface="Wingdings" panose="05000000000000000000" pitchFamily="2" charset="2"/>
              <a:buChar char="Ø"/>
            </a:pPr>
            <a:r>
              <a:rPr lang="en-US" sz="1600" b="1" dirty="0"/>
              <a:t>If neither player can make a move</a:t>
            </a:r>
            <a:r>
              <a:rPr lang="en-US" sz="1600" dirty="0"/>
              <a:t>, typically when the board is full or no legal move exists, the game ends.</a:t>
            </a:r>
          </a:p>
          <a:p>
            <a:pPr marL="285750" indent="-285750">
              <a:buFont typeface="Wingdings" panose="05000000000000000000" pitchFamily="2" charset="2"/>
              <a:buChar char="Ø"/>
            </a:pPr>
            <a:r>
              <a:rPr lang="en-US" sz="1600" b="1" dirty="0"/>
              <a:t>The player with the majority of colored coins at the end wins</a:t>
            </a:r>
            <a:r>
              <a:rPr lang="en-US" sz="1600" dirty="0"/>
              <a:t>, counted by total flips made throughout the game.</a:t>
            </a:r>
          </a:p>
          <a:p>
            <a:pPr marL="285750" indent="-285750">
              <a:buFont typeface="Wingdings" panose="05000000000000000000" pitchFamily="2" charset="2"/>
              <a:buChar char="Ø"/>
            </a:pPr>
            <a:r>
              <a:rPr lang="en-US" sz="1600" b="1" dirty="0"/>
              <a:t>Corner positions are the most advantageous</a:t>
            </a:r>
            <a:r>
              <a:rPr lang="en-US" sz="1600" dirty="0"/>
              <a:t>, because coins placed there cannot be flipped later, influencing strategic play.</a:t>
            </a:r>
            <a:endParaRPr lang="en-US" sz="1600" b="1" dirty="0"/>
          </a:p>
        </p:txBody>
      </p:sp>
    </p:spTree>
    <p:extLst>
      <p:ext uri="{BB962C8B-B14F-4D97-AF65-F5344CB8AC3E}">
        <p14:creationId xmlns:p14="http://schemas.microsoft.com/office/powerpoint/2010/main" val="7797506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ipe(left)">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left)">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wipe(left)">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wipe(left)">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wipe(left)">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wipe(left)">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wipe(left)">
                                      <p:cBhvr>
                                        <p:cTn id="48" dur="500"/>
                                        <p:tgtEl>
                                          <p:spTgt spid="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wipe(left)">
                                      <p:cBhvr>
                                        <p:cTn id="5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66013739-0724-FF67-F354-1D5385D1BDB0}"/>
              </a:ext>
            </a:extLst>
          </p:cNvPr>
          <p:cNvSpPr/>
          <p:nvPr/>
        </p:nvSpPr>
        <p:spPr>
          <a:xfrm>
            <a:off x="1741032" y="5572144"/>
            <a:ext cx="5345570" cy="457200"/>
          </a:xfrm>
          <a:prstGeom prst="roundRect">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Compose dependencies and start the app.</a:t>
            </a:r>
          </a:p>
        </p:txBody>
      </p:sp>
      <p:sp>
        <p:nvSpPr>
          <p:cNvPr id="17" name="Rectangle: Rounded Corners 16">
            <a:extLst>
              <a:ext uri="{FF2B5EF4-FFF2-40B4-BE49-F238E27FC236}">
                <a16:creationId xmlns:a16="http://schemas.microsoft.com/office/drawing/2014/main" id="{D6198242-3E28-4D3A-44FD-DE46F8D96EF9}"/>
              </a:ext>
            </a:extLst>
          </p:cNvPr>
          <p:cNvSpPr/>
          <p:nvPr/>
        </p:nvSpPr>
        <p:spPr>
          <a:xfrm>
            <a:off x="1741032" y="4686315"/>
            <a:ext cx="6790646" cy="457200"/>
          </a:xfrm>
          <a:prstGeom prst="roundRect">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Logging, configuration, DI (Dependency Injection) wiring.</a:t>
            </a:r>
          </a:p>
        </p:txBody>
      </p:sp>
      <p:sp>
        <p:nvSpPr>
          <p:cNvPr id="15" name="Rectangle: Rounded Corners 14">
            <a:extLst>
              <a:ext uri="{FF2B5EF4-FFF2-40B4-BE49-F238E27FC236}">
                <a16:creationId xmlns:a16="http://schemas.microsoft.com/office/drawing/2014/main" id="{E1ACAE42-3464-7827-CA0E-599B1FC78752}"/>
              </a:ext>
            </a:extLst>
          </p:cNvPr>
          <p:cNvSpPr/>
          <p:nvPr/>
        </p:nvSpPr>
        <p:spPr>
          <a:xfrm>
            <a:off x="1081767" y="3800486"/>
            <a:ext cx="10560505" cy="457200"/>
          </a:xfrm>
          <a:prstGeom prst="roundRect">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dirty="0" err="1"/>
              <a:t>Concrete</a:t>
            </a:r>
            <a:r>
              <a:rPr lang="fr-FR" dirty="0"/>
              <a:t> </a:t>
            </a:r>
            <a:r>
              <a:rPr lang="fr-FR" dirty="0" err="1"/>
              <a:t>implementations</a:t>
            </a:r>
            <a:r>
              <a:rPr lang="fr-FR" dirty="0"/>
              <a:t> of ports. </a:t>
            </a:r>
            <a:r>
              <a:rPr lang="fr-FR" dirty="0" err="1"/>
              <a:t>Examples</a:t>
            </a:r>
            <a:r>
              <a:rPr lang="fr-FR" dirty="0"/>
              <a:t>: </a:t>
            </a:r>
            <a:r>
              <a:rPr lang="fr-FR" dirty="0" err="1"/>
              <a:t>ConsoleUI</a:t>
            </a:r>
            <a:r>
              <a:rPr lang="fr-FR" dirty="0"/>
              <a:t>, </a:t>
            </a:r>
            <a:r>
              <a:rPr lang="fr-FR" dirty="0" err="1"/>
              <a:t>PygameUI</a:t>
            </a:r>
            <a:r>
              <a:rPr lang="fr-FR" dirty="0"/>
              <a:t>, </a:t>
            </a:r>
            <a:r>
              <a:rPr lang="fr-FR" dirty="0" err="1"/>
              <a:t>RandomAI</a:t>
            </a:r>
            <a:r>
              <a:rPr lang="fr-FR" dirty="0"/>
              <a:t>, </a:t>
            </a:r>
            <a:r>
              <a:rPr lang="fr-FR" dirty="0" err="1"/>
              <a:t>MinimaxAI</a:t>
            </a:r>
            <a:r>
              <a:rPr lang="fr-FR" dirty="0"/>
              <a:t>.</a:t>
            </a:r>
            <a:endParaRPr lang="en-US" dirty="0"/>
          </a:p>
        </p:txBody>
      </p:sp>
      <p:sp>
        <p:nvSpPr>
          <p:cNvPr id="13" name="Rectangle: Rounded Corners 12">
            <a:extLst>
              <a:ext uri="{FF2B5EF4-FFF2-40B4-BE49-F238E27FC236}">
                <a16:creationId xmlns:a16="http://schemas.microsoft.com/office/drawing/2014/main" id="{7D858F4D-AFCF-E3EE-6560-4786C9161E8B}"/>
              </a:ext>
            </a:extLst>
          </p:cNvPr>
          <p:cNvSpPr/>
          <p:nvPr/>
        </p:nvSpPr>
        <p:spPr>
          <a:xfrm>
            <a:off x="724579" y="2914657"/>
            <a:ext cx="10393817" cy="457200"/>
          </a:xfrm>
          <a:prstGeom prst="roundRect">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 Define interfaces (abstract base classes) the application depends on — UI, AI, persistence.</a:t>
            </a:r>
          </a:p>
        </p:txBody>
      </p:sp>
      <p:sp>
        <p:nvSpPr>
          <p:cNvPr id="11" name="Rectangle: Rounded Corners 10">
            <a:extLst>
              <a:ext uri="{FF2B5EF4-FFF2-40B4-BE49-F238E27FC236}">
                <a16:creationId xmlns:a16="http://schemas.microsoft.com/office/drawing/2014/main" id="{0A8E15C9-A8E2-16A6-BAA2-7FC1F7E688C8}"/>
              </a:ext>
            </a:extLst>
          </p:cNvPr>
          <p:cNvSpPr/>
          <p:nvPr/>
        </p:nvSpPr>
        <p:spPr>
          <a:xfrm>
            <a:off x="1167492" y="2028828"/>
            <a:ext cx="7831592" cy="457200"/>
          </a:xfrm>
          <a:prstGeom prst="roundRect">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Use cases. Orchestrates domain and calls ports (interfaces).</a:t>
            </a:r>
          </a:p>
        </p:txBody>
      </p:sp>
      <p:sp>
        <p:nvSpPr>
          <p:cNvPr id="8" name="Rectangle: Rounded Corners 7">
            <a:extLst>
              <a:ext uri="{FF2B5EF4-FFF2-40B4-BE49-F238E27FC236}">
                <a16:creationId xmlns:a16="http://schemas.microsoft.com/office/drawing/2014/main" id="{759BA216-3FAD-66FF-95FB-9C23BA3DFF47}"/>
              </a:ext>
            </a:extLst>
          </p:cNvPr>
          <p:cNvSpPr/>
          <p:nvPr/>
        </p:nvSpPr>
        <p:spPr>
          <a:xfrm>
            <a:off x="996042" y="1142999"/>
            <a:ext cx="7345817" cy="457200"/>
          </a:xfrm>
          <a:prstGeom prst="roundRect">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Pure domain logic: entities, rules, board, types, exceptions</a:t>
            </a:r>
          </a:p>
        </p:txBody>
      </p:sp>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322488" y="136526"/>
            <a:ext cx="10624187" cy="685800"/>
          </a:xfrm>
        </p:spPr>
        <p:txBody>
          <a:bodyPr anchor="b">
            <a:normAutofit/>
          </a:bodyPr>
          <a:lstStyle/>
          <a:p>
            <a:r>
              <a:rPr lang="en-US" dirty="0"/>
              <a:t>Project Architecture</a:t>
            </a:r>
          </a:p>
        </p:txBody>
      </p:sp>
      <p:sp>
        <p:nvSpPr>
          <p:cNvPr id="6" name="Arrow: Pentagon 5">
            <a:extLst>
              <a:ext uri="{FF2B5EF4-FFF2-40B4-BE49-F238E27FC236}">
                <a16:creationId xmlns:a16="http://schemas.microsoft.com/office/drawing/2014/main" id="{39834215-953B-AE7A-C8DB-EFFF9AA08EF1}"/>
              </a:ext>
            </a:extLst>
          </p:cNvPr>
          <p:cNvSpPr/>
          <p:nvPr/>
        </p:nvSpPr>
        <p:spPr>
          <a:xfrm>
            <a:off x="322488" y="1028699"/>
            <a:ext cx="1347108" cy="6858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Domain</a:t>
            </a:r>
          </a:p>
        </p:txBody>
      </p:sp>
      <p:sp>
        <p:nvSpPr>
          <p:cNvPr id="10" name="Arrow: Pentagon 9">
            <a:extLst>
              <a:ext uri="{FF2B5EF4-FFF2-40B4-BE49-F238E27FC236}">
                <a16:creationId xmlns:a16="http://schemas.microsoft.com/office/drawing/2014/main" id="{F2F5BDD5-76FE-4920-DBE2-E49EA619E4C1}"/>
              </a:ext>
            </a:extLst>
          </p:cNvPr>
          <p:cNvSpPr/>
          <p:nvPr/>
        </p:nvSpPr>
        <p:spPr>
          <a:xfrm>
            <a:off x="322488" y="1914528"/>
            <a:ext cx="1690008" cy="6858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Applications</a:t>
            </a:r>
          </a:p>
        </p:txBody>
      </p:sp>
      <p:sp>
        <p:nvSpPr>
          <p:cNvPr id="12" name="Arrow: Pentagon 11">
            <a:extLst>
              <a:ext uri="{FF2B5EF4-FFF2-40B4-BE49-F238E27FC236}">
                <a16:creationId xmlns:a16="http://schemas.microsoft.com/office/drawing/2014/main" id="{CD0833EC-ECD3-72A7-EBEF-B80E7DBBBC19}"/>
              </a:ext>
            </a:extLst>
          </p:cNvPr>
          <p:cNvSpPr/>
          <p:nvPr/>
        </p:nvSpPr>
        <p:spPr>
          <a:xfrm>
            <a:off x="322488" y="2800357"/>
            <a:ext cx="1061358" cy="6858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Ports</a:t>
            </a:r>
          </a:p>
        </p:txBody>
      </p:sp>
      <p:sp>
        <p:nvSpPr>
          <p:cNvPr id="14" name="Arrow: Pentagon 13">
            <a:extLst>
              <a:ext uri="{FF2B5EF4-FFF2-40B4-BE49-F238E27FC236}">
                <a16:creationId xmlns:a16="http://schemas.microsoft.com/office/drawing/2014/main" id="{A6EB078C-575D-1229-89D7-EB90D1DBA301}"/>
              </a:ext>
            </a:extLst>
          </p:cNvPr>
          <p:cNvSpPr/>
          <p:nvPr/>
        </p:nvSpPr>
        <p:spPr>
          <a:xfrm>
            <a:off x="322488" y="3686186"/>
            <a:ext cx="1347108" cy="6858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Adapters</a:t>
            </a:r>
          </a:p>
        </p:txBody>
      </p:sp>
      <p:sp>
        <p:nvSpPr>
          <p:cNvPr id="16" name="Arrow: Pentagon 15">
            <a:extLst>
              <a:ext uri="{FF2B5EF4-FFF2-40B4-BE49-F238E27FC236}">
                <a16:creationId xmlns:a16="http://schemas.microsoft.com/office/drawing/2014/main" id="{DCA54D2E-D8CA-7ABE-A727-E1BE2993559F}"/>
              </a:ext>
            </a:extLst>
          </p:cNvPr>
          <p:cNvSpPr/>
          <p:nvPr/>
        </p:nvSpPr>
        <p:spPr>
          <a:xfrm>
            <a:off x="322487" y="4572015"/>
            <a:ext cx="1877787" cy="6858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Infrastructure</a:t>
            </a:r>
          </a:p>
        </p:txBody>
      </p:sp>
      <p:sp>
        <p:nvSpPr>
          <p:cNvPr id="18" name="Arrow: Pentagon 17">
            <a:extLst>
              <a:ext uri="{FF2B5EF4-FFF2-40B4-BE49-F238E27FC236}">
                <a16:creationId xmlns:a16="http://schemas.microsoft.com/office/drawing/2014/main" id="{BB7356C3-DC83-1F2C-10FD-017BF6653B27}"/>
              </a:ext>
            </a:extLst>
          </p:cNvPr>
          <p:cNvSpPr/>
          <p:nvPr/>
        </p:nvSpPr>
        <p:spPr>
          <a:xfrm>
            <a:off x="340854" y="5457859"/>
            <a:ext cx="1877787" cy="6858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Launchers</a:t>
            </a:r>
          </a:p>
        </p:txBody>
      </p:sp>
    </p:spTree>
    <p:extLst>
      <p:ext uri="{BB962C8B-B14F-4D97-AF65-F5344CB8AC3E}">
        <p14:creationId xmlns:p14="http://schemas.microsoft.com/office/powerpoint/2010/main" val="25293387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7" grpId="0" animBg="1"/>
      <p:bldP spid="15" grpId="0" animBg="1"/>
      <p:bldP spid="13" grpId="0" animBg="1"/>
      <p:bldP spid="11" grpId="0" animBg="1"/>
      <p:bldP spid="8" grpId="0" animBg="1"/>
      <p:bldP spid="5" grpId="0"/>
      <p:bldP spid="6" grpId="0" animBg="1"/>
      <p:bldP spid="10" grpId="0" animBg="1"/>
      <p:bldP spid="12" grpId="0" animBg="1"/>
      <p:bldP spid="14" grpId="0" animBg="1"/>
      <p:bldP spid="16"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ctrTitle"/>
          </p:nvPr>
        </p:nvSpPr>
        <p:spPr>
          <a:xfrm>
            <a:off x="1167494" y="2268738"/>
            <a:ext cx="6245912" cy="2320524"/>
          </a:xfrm>
        </p:spPr>
        <p:txBody>
          <a:bodyPr/>
          <a:lstStyle/>
          <a:p>
            <a:r>
              <a:rPr lang="en-US" dirty="0"/>
              <a:t>Software Development Life Cycle</a:t>
            </a:r>
          </a:p>
        </p:txBody>
      </p:sp>
    </p:spTree>
    <p:extLst>
      <p:ext uri="{BB962C8B-B14F-4D97-AF65-F5344CB8AC3E}">
        <p14:creationId xmlns:p14="http://schemas.microsoft.com/office/powerpoint/2010/main" val="41171533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a:lstStyle/>
          <a:p>
            <a:r>
              <a:rPr lang="en-US" dirty="0"/>
              <a:t>1. Requirement Analysis</a:t>
            </a: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7493" y="2023984"/>
            <a:ext cx="4663440" cy="3862466"/>
          </a:xfrm>
        </p:spPr>
        <p:txBody>
          <a:bodyPr>
            <a:normAutofit/>
          </a:bodyPr>
          <a:lstStyle/>
          <a:p>
            <a:r>
              <a:rPr lang="en-US" sz="2400" b="1" dirty="0"/>
              <a:t>Functional Requirements:</a:t>
            </a:r>
          </a:p>
          <a:p>
            <a:pPr lvl="1"/>
            <a:r>
              <a:rPr lang="en-US" sz="1900" dirty="0"/>
              <a:t>System must allow two players to play </a:t>
            </a:r>
            <a:r>
              <a:rPr lang="en-US" sz="1900" dirty="0" err="1"/>
              <a:t>Reversi</a:t>
            </a:r>
            <a:r>
              <a:rPr lang="en-US" sz="1900" dirty="0"/>
              <a:t> with valid move enforcement.</a:t>
            </a:r>
          </a:p>
          <a:p>
            <a:pPr lvl="1"/>
            <a:r>
              <a:rPr lang="en-US" sz="1900" dirty="0"/>
              <a:t>Game must calculate valid moves, flips, and detect end-of-game state.</a:t>
            </a:r>
          </a:p>
          <a:p>
            <a:pPr lvl="1"/>
            <a:r>
              <a:rPr lang="en-US" sz="1900" dirty="0"/>
              <a:t>Provide visual interaction (Console first, GUI later using </a:t>
            </a:r>
            <a:r>
              <a:rPr lang="en-US" sz="1900" dirty="0" err="1"/>
              <a:t>Pygame</a:t>
            </a:r>
            <a:r>
              <a:rPr lang="en-US" sz="1900" dirty="0"/>
              <a:t>).</a:t>
            </a:r>
          </a:p>
          <a:p>
            <a:pPr lvl="1"/>
            <a:r>
              <a:rPr lang="en-US" sz="1900" dirty="0"/>
              <a:t>Allow enabling Player vs Player initially; later support AI vs Player.</a:t>
            </a:r>
          </a:p>
          <a:p>
            <a:pPr lvl="1"/>
            <a:r>
              <a:rPr lang="en-US" sz="1900" dirty="0"/>
              <a:t>Game must expose separate interfaces for UI to maintain portability.</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0"/>
          </p:nvPr>
        </p:nvSpPr>
        <p:spPr>
          <a:xfrm>
            <a:off x="6283235" y="2023984"/>
            <a:ext cx="4663440" cy="3332832"/>
          </a:xfrm>
        </p:spPr>
        <p:txBody>
          <a:bodyPr>
            <a:normAutofit lnSpcReduction="10000"/>
          </a:bodyPr>
          <a:lstStyle/>
          <a:p>
            <a:r>
              <a:rPr lang="en-US" sz="2400" b="1" dirty="0"/>
              <a:t>Non-Functional Requirements:</a:t>
            </a:r>
          </a:p>
          <a:p>
            <a:pPr lvl="1"/>
            <a:r>
              <a:rPr lang="en-US" sz="1800" dirty="0"/>
              <a:t>Clean and extensible architecture.</a:t>
            </a:r>
          </a:p>
          <a:p>
            <a:pPr lvl="1"/>
            <a:r>
              <a:rPr lang="en-US" sz="1800" dirty="0"/>
              <a:t>Versioning through Git.</a:t>
            </a:r>
          </a:p>
          <a:p>
            <a:pPr lvl="1"/>
            <a:r>
              <a:rPr lang="en-US" sz="1800" dirty="0"/>
              <a:t>Structured modules for future scalability:</a:t>
            </a:r>
          </a:p>
          <a:p>
            <a:pPr lvl="2"/>
            <a:r>
              <a:rPr lang="en-US" sz="1800" dirty="0"/>
              <a:t>AI strategy injection</a:t>
            </a:r>
          </a:p>
          <a:p>
            <a:pPr lvl="2"/>
            <a:r>
              <a:rPr lang="en-US" sz="1800" dirty="0"/>
              <a:t>Logging and persistence</a:t>
            </a:r>
          </a:p>
          <a:p>
            <a:pPr lvl="2"/>
            <a:r>
              <a:rPr lang="en-US" sz="1800" dirty="0"/>
              <a:t>GUI implementation with minimal disruption</a:t>
            </a:r>
          </a:p>
          <a:p>
            <a:pPr lvl="1"/>
            <a:r>
              <a:rPr lang="en-US" sz="1800" dirty="0"/>
              <a:t>Code must be testable at domain and application layers.</a:t>
            </a:r>
          </a:p>
        </p:txBody>
      </p:sp>
    </p:spTree>
    <p:extLst>
      <p:ext uri="{BB962C8B-B14F-4D97-AF65-F5344CB8AC3E}">
        <p14:creationId xmlns:p14="http://schemas.microsoft.com/office/powerpoint/2010/main" val="12659396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1000"/>
                                        <p:tgtEl>
                                          <p:spTgt spid="3">
                                            <p:txEl>
                                              <p:pRg st="2" end="2"/>
                                            </p:txEl>
                                          </p:spTgt>
                                        </p:tgtEl>
                                      </p:cBhvr>
                                    </p:animEffect>
                                    <p:anim calcmode="lin" valueType="num">
                                      <p:cBhvr>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4">
                                            <p:txEl>
                                              <p:pRg st="0" end="0"/>
                                            </p:txEl>
                                          </p:spTgt>
                                        </p:tgtEl>
                                        <p:attrNameLst>
                                          <p:attrName>style.visibility</p:attrName>
                                        </p:attrNameLst>
                                      </p:cBhvr>
                                      <p:to>
                                        <p:strVal val="visible"/>
                                      </p:to>
                                    </p:set>
                                    <p:animEffect transition="in" filter="fade">
                                      <p:cBhvr>
                                        <p:cTn id="45" dur="1000"/>
                                        <p:tgtEl>
                                          <p:spTgt spid="4">
                                            <p:txEl>
                                              <p:pRg st="0" end="0"/>
                                            </p:txEl>
                                          </p:spTgt>
                                        </p:tgtEl>
                                      </p:cBhvr>
                                    </p:animEffect>
                                    <p:anim calcmode="lin" valueType="num">
                                      <p:cBhvr>
                                        <p:cTn id="4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0" end="0"/>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4">
                                            <p:txEl>
                                              <p:pRg st="1" end="1"/>
                                            </p:txEl>
                                          </p:spTgt>
                                        </p:tgtEl>
                                        <p:attrNameLst>
                                          <p:attrName>style.visibility</p:attrName>
                                        </p:attrNameLst>
                                      </p:cBhvr>
                                      <p:to>
                                        <p:strVal val="visible"/>
                                      </p:to>
                                    </p:set>
                                    <p:animEffect transition="in" filter="fade">
                                      <p:cBhvr>
                                        <p:cTn id="50" dur="1000"/>
                                        <p:tgtEl>
                                          <p:spTgt spid="4">
                                            <p:txEl>
                                              <p:pRg st="1" end="1"/>
                                            </p:txEl>
                                          </p:spTgt>
                                        </p:tgtEl>
                                      </p:cBhvr>
                                    </p:animEffect>
                                    <p:anim calcmode="lin" valueType="num">
                                      <p:cBhvr>
                                        <p:cTn id="5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Effect transition="in" filter="fade">
                                      <p:cBhvr>
                                        <p:cTn id="55" dur="1000"/>
                                        <p:tgtEl>
                                          <p:spTgt spid="4">
                                            <p:txEl>
                                              <p:pRg st="2" end="2"/>
                                            </p:txEl>
                                          </p:spTgt>
                                        </p:tgtEl>
                                      </p:cBhvr>
                                    </p:animEffect>
                                    <p:anim calcmode="lin" valueType="num">
                                      <p:cBhvr>
                                        <p:cTn id="5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2" end="2"/>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
                                            <p:txEl>
                                              <p:pRg st="3" end="3"/>
                                            </p:txEl>
                                          </p:spTgt>
                                        </p:tgtEl>
                                        <p:attrNameLst>
                                          <p:attrName>style.visibility</p:attrName>
                                        </p:attrNameLst>
                                      </p:cBhvr>
                                      <p:to>
                                        <p:strVal val="visible"/>
                                      </p:to>
                                    </p:set>
                                    <p:animEffect transition="in" filter="fade">
                                      <p:cBhvr>
                                        <p:cTn id="60" dur="1000"/>
                                        <p:tgtEl>
                                          <p:spTgt spid="4">
                                            <p:txEl>
                                              <p:pRg st="3" end="3"/>
                                            </p:txEl>
                                          </p:spTgt>
                                        </p:tgtEl>
                                      </p:cBhvr>
                                    </p:animEffect>
                                    <p:anim calcmode="lin" valueType="num">
                                      <p:cBhvr>
                                        <p:cTn id="6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2"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4">
                                            <p:txEl>
                                              <p:pRg st="4" end="4"/>
                                            </p:txEl>
                                          </p:spTgt>
                                        </p:tgtEl>
                                        <p:attrNameLst>
                                          <p:attrName>style.visibility</p:attrName>
                                        </p:attrNameLst>
                                      </p:cBhvr>
                                      <p:to>
                                        <p:strVal val="visible"/>
                                      </p:to>
                                    </p:set>
                                    <p:animEffect transition="in" filter="fade">
                                      <p:cBhvr>
                                        <p:cTn id="65" dur="1000"/>
                                        <p:tgtEl>
                                          <p:spTgt spid="4">
                                            <p:txEl>
                                              <p:pRg st="4" end="4"/>
                                            </p:txEl>
                                          </p:spTgt>
                                        </p:tgtEl>
                                      </p:cBhvr>
                                    </p:animEffect>
                                    <p:anim calcmode="lin" valueType="num">
                                      <p:cBhvr>
                                        <p:cTn id="6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4" end="4"/>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4">
                                            <p:txEl>
                                              <p:pRg st="5" end="5"/>
                                            </p:txEl>
                                          </p:spTgt>
                                        </p:tgtEl>
                                        <p:attrNameLst>
                                          <p:attrName>style.visibility</p:attrName>
                                        </p:attrNameLst>
                                      </p:cBhvr>
                                      <p:to>
                                        <p:strVal val="visible"/>
                                      </p:to>
                                    </p:set>
                                    <p:animEffect transition="in" filter="fade">
                                      <p:cBhvr>
                                        <p:cTn id="70" dur="1000"/>
                                        <p:tgtEl>
                                          <p:spTgt spid="4">
                                            <p:txEl>
                                              <p:pRg st="5" end="5"/>
                                            </p:txEl>
                                          </p:spTgt>
                                        </p:tgtEl>
                                      </p:cBhvr>
                                    </p:animEffect>
                                    <p:anim calcmode="lin" valueType="num">
                                      <p:cBhvr>
                                        <p:cTn id="7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5" end="5"/>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4">
                                            <p:txEl>
                                              <p:pRg st="6" end="6"/>
                                            </p:txEl>
                                          </p:spTgt>
                                        </p:tgtEl>
                                        <p:attrNameLst>
                                          <p:attrName>style.visibility</p:attrName>
                                        </p:attrNameLst>
                                      </p:cBhvr>
                                      <p:to>
                                        <p:strVal val="visible"/>
                                      </p:to>
                                    </p:set>
                                    <p:animEffect transition="in" filter="fade">
                                      <p:cBhvr>
                                        <p:cTn id="75" dur="1000"/>
                                        <p:tgtEl>
                                          <p:spTgt spid="4">
                                            <p:txEl>
                                              <p:pRg st="6" end="6"/>
                                            </p:txEl>
                                          </p:spTgt>
                                        </p:tgtEl>
                                      </p:cBhvr>
                                    </p:animEffect>
                                    <p:anim calcmode="lin" valueType="num">
                                      <p:cBhvr>
                                        <p:cTn id="7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6" end="6"/>
                                            </p:txEl>
                                          </p:spTgt>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4">
                                            <p:txEl>
                                              <p:pRg st="7" end="7"/>
                                            </p:txEl>
                                          </p:spTgt>
                                        </p:tgtEl>
                                        <p:attrNameLst>
                                          <p:attrName>style.visibility</p:attrName>
                                        </p:attrNameLst>
                                      </p:cBhvr>
                                      <p:to>
                                        <p:strVal val="visible"/>
                                      </p:to>
                                    </p:set>
                                    <p:animEffect transition="in" filter="fade">
                                      <p:cBhvr>
                                        <p:cTn id="80" dur="1000"/>
                                        <p:tgtEl>
                                          <p:spTgt spid="4">
                                            <p:txEl>
                                              <p:pRg st="7" end="7"/>
                                            </p:txEl>
                                          </p:spTgt>
                                        </p:tgtEl>
                                      </p:cBhvr>
                                    </p:animEffect>
                                    <p:anim calcmode="lin" valueType="num">
                                      <p:cBhvr>
                                        <p:cTn id="8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8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build="p"/>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052B8-90C6-E9C7-8CE7-D6AA0146EF7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EFE7D52-0434-3AE2-BDFD-632E932FA565}"/>
              </a:ext>
            </a:extLst>
          </p:cNvPr>
          <p:cNvSpPr>
            <a:spLocks noGrp="1"/>
          </p:cNvSpPr>
          <p:nvPr>
            <p:ph type="title"/>
          </p:nvPr>
        </p:nvSpPr>
        <p:spPr>
          <a:xfrm>
            <a:off x="570310" y="136526"/>
            <a:ext cx="10376365" cy="1570038"/>
          </a:xfrm>
        </p:spPr>
        <p:txBody>
          <a:bodyPr/>
          <a:lstStyle/>
          <a:p>
            <a:r>
              <a:rPr lang="en-US" dirty="0"/>
              <a:t>2. System Design &amp; Architecture</a:t>
            </a:r>
          </a:p>
        </p:txBody>
      </p:sp>
      <p:graphicFrame>
        <p:nvGraphicFramePr>
          <p:cNvPr id="10" name="Content Placeholder 9">
            <a:extLst>
              <a:ext uri="{FF2B5EF4-FFF2-40B4-BE49-F238E27FC236}">
                <a16:creationId xmlns:a16="http://schemas.microsoft.com/office/drawing/2014/main" id="{A45D81B0-FE42-C47C-3CE6-4B5479F80710}"/>
              </a:ext>
            </a:extLst>
          </p:cNvPr>
          <p:cNvGraphicFramePr>
            <a:graphicFrameLocks noGrp="1"/>
          </p:cNvGraphicFramePr>
          <p:nvPr>
            <p:ph idx="1"/>
            <p:extLst>
              <p:ext uri="{D42A27DB-BD31-4B8C-83A1-F6EECF244321}">
                <p14:modId xmlns:p14="http://schemas.microsoft.com/office/powerpoint/2010/main" val="1551492472"/>
              </p:ext>
            </p:extLst>
          </p:nvPr>
        </p:nvGraphicFramePr>
        <p:xfrm>
          <a:off x="570310" y="2084388"/>
          <a:ext cx="11051381" cy="4359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60851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graphicEl>
                                              <a:dgm id="{3173AB51-9EEB-4C44-8660-E3399B1D2C8B}"/>
                                            </p:graphicEl>
                                          </p:spTgt>
                                        </p:tgtEl>
                                        <p:attrNameLst>
                                          <p:attrName>style.visibility</p:attrName>
                                        </p:attrNameLst>
                                      </p:cBhvr>
                                      <p:to>
                                        <p:strVal val="visible"/>
                                      </p:to>
                                    </p:set>
                                    <p:animEffect transition="in" filter="wipe(left)">
                                      <p:cBhvr>
                                        <p:cTn id="13" dur="500"/>
                                        <p:tgtEl>
                                          <p:spTgt spid="10">
                                            <p:graphicEl>
                                              <a:dgm id="{3173AB51-9EEB-4C44-8660-E3399B1D2C8B}"/>
                                            </p:graphicEl>
                                          </p:spTgt>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0">
                                            <p:graphicEl>
                                              <a:dgm id="{E2FAC5B2-7FFA-4C2F-A003-57608814F050}"/>
                                            </p:graphicEl>
                                          </p:spTgt>
                                        </p:tgtEl>
                                        <p:attrNameLst>
                                          <p:attrName>style.visibility</p:attrName>
                                        </p:attrNameLst>
                                      </p:cBhvr>
                                      <p:to>
                                        <p:strVal val="visible"/>
                                      </p:to>
                                    </p:set>
                                    <p:animEffect transition="in" filter="wipe(left)">
                                      <p:cBhvr>
                                        <p:cTn id="17" dur="500"/>
                                        <p:tgtEl>
                                          <p:spTgt spid="10">
                                            <p:graphicEl>
                                              <a:dgm id="{E2FAC5B2-7FFA-4C2F-A003-57608814F050}"/>
                                            </p:graphic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0">
                                            <p:graphicEl>
                                              <a:dgm id="{5806E2BD-EE84-485F-BD07-6C5A73E6A443}"/>
                                            </p:graphicEl>
                                          </p:spTgt>
                                        </p:tgtEl>
                                        <p:attrNameLst>
                                          <p:attrName>style.visibility</p:attrName>
                                        </p:attrNameLst>
                                      </p:cBhvr>
                                      <p:to>
                                        <p:strVal val="visible"/>
                                      </p:to>
                                    </p:set>
                                    <p:animEffect transition="in" filter="wipe(left)">
                                      <p:cBhvr>
                                        <p:cTn id="21" dur="500"/>
                                        <p:tgtEl>
                                          <p:spTgt spid="10">
                                            <p:graphicEl>
                                              <a:dgm id="{5806E2BD-EE84-485F-BD07-6C5A73E6A443}"/>
                                            </p:graphicEl>
                                          </p:spTgt>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10">
                                            <p:graphicEl>
                                              <a:dgm id="{31F2FF6D-FC12-40B0-B2EB-60F89215E970}"/>
                                            </p:graphicEl>
                                          </p:spTgt>
                                        </p:tgtEl>
                                        <p:attrNameLst>
                                          <p:attrName>style.visibility</p:attrName>
                                        </p:attrNameLst>
                                      </p:cBhvr>
                                      <p:to>
                                        <p:strVal val="visible"/>
                                      </p:to>
                                    </p:set>
                                    <p:animEffect transition="in" filter="wipe(left)">
                                      <p:cBhvr>
                                        <p:cTn id="25" dur="500"/>
                                        <p:tgtEl>
                                          <p:spTgt spid="10">
                                            <p:graphicEl>
                                              <a:dgm id="{31F2FF6D-FC12-40B0-B2EB-60F89215E970}"/>
                                            </p:graphicEl>
                                          </p:spTgt>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10">
                                            <p:graphicEl>
                                              <a:dgm id="{E0B4303C-AAEE-4D06-9B24-F751272B4116}"/>
                                            </p:graphicEl>
                                          </p:spTgt>
                                        </p:tgtEl>
                                        <p:attrNameLst>
                                          <p:attrName>style.visibility</p:attrName>
                                        </p:attrNameLst>
                                      </p:cBhvr>
                                      <p:to>
                                        <p:strVal val="visible"/>
                                      </p:to>
                                    </p:set>
                                    <p:animEffect transition="in" filter="wipe(left)">
                                      <p:cBhvr>
                                        <p:cTn id="29" dur="500"/>
                                        <p:tgtEl>
                                          <p:spTgt spid="10">
                                            <p:graphicEl>
                                              <a:dgm id="{E0B4303C-AAEE-4D06-9B24-F751272B4116}"/>
                                            </p:graphicEl>
                                          </p:spTgt>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10">
                                            <p:graphicEl>
                                              <a:dgm id="{1B71A6EF-E72C-4604-9BC7-6FE6D07FC7BD}"/>
                                            </p:graphicEl>
                                          </p:spTgt>
                                        </p:tgtEl>
                                        <p:attrNameLst>
                                          <p:attrName>style.visibility</p:attrName>
                                        </p:attrNameLst>
                                      </p:cBhvr>
                                      <p:to>
                                        <p:strVal val="visible"/>
                                      </p:to>
                                    </p:set>
                                    <p:animEffect transition="in" filter="wipe(left)">
                                      <p:cBhvr>
                                        <p:cTn id="33" dur="500"/>
                                        <p:tgtEl>
                                          <p:spTgt spid="10">
                                            <p:graphicEl>
                                              <a:dgm id="{1B71A6EF-E72C-4604-9BC7-6FE6D07FC7BD}"/>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
                                            <p:graphicEl>
                                              <a:dgm id="{2935FD5F-7F12-4A79-8370-E25BD518B41B}"/>
                                            </p:graphicEl>
                                          </p:spTgt>
                                        </p:tgtEl>
                                        <p:attrNameLst>
                                          <p:attrName>style.visibility</p:attrName>
                                        </p:attrNameLst>
                                      </p:cBhvr>
                                      <p:to>
                                        <p:strVal val="visible"/>
                                      </p:to>
                                    </p:set>
                                    <p:animEffect transition="in" filter="wipe(left)">
                                      <p:cBhvr>
                                        <p:cTn id="38" dur="500"/>
                                        <p:tgtEl>
                                          <p:spTgt spid="10">
                                            <p:graphicEl>
                                              <a:dgm id="{2935FD5F-7F12-4A79-8370-E25BD518B41B}"/>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
                                            <p:graphicEl>
                                              <a:dgm id="{34B070EF-AC5F-4357-8CBF-DC5DA2885E34}"/>
                                            </p:graphicEl>
                                          </p:spTgt>
                                        </p:tgtEl>
                                        <p:attrNameLst>
                                          <p:attrName>style.visibility</p:attrName>
                                        </p:attrNameLst>
                                      </p:cBhvr>
                                      <p:to>
                                        <p:strVal val="visible"/>
                                      </p:to>
                                    </p:set>
                                    <p:animEffect transition="in" filter="wipe(left)">
                                      <p:cBhvr>
                                        <p:cTn id="43" dur="500"/>
                                        <p:tgtEl>
                                          <p:spTgt spid="10">
                                            <p:graphicEl>
                                              <a:dgm id="{34B070EF-AC5F-4357-8CBF-DC5DA2885E34}"/>
                                            </p:graphic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
                                            <p:graphicEl>
                                              <a:dgm id="{EE1EE020-A33C-42D8-9EB4-A4C78B02FBEA}"/>
                                            </p:graphicEl>
                                          </p:spTgt>
                                        </p:tgtEl>
                                        <p:attrNameLst>
                                          <p:attrName>style.visibility</p:attrName>
                                        </p:attrNameLst>
                                      </p:cBhvr>
                                      <p:to>
                                        <p:strVal val="visible"/>
                                      </p:to>
                                    </p:set>
                                    <p:animEffect transition="in" filter="wipe(left)">
                                      <p:cBhvr>
                                        <p:cTn id="48" dur="500"/>
                                        <p:tgtEl>
                                          <p:spTgt spid="10">
                                            <p:graphicEl>
                                              <a:dgm id="{EE1EE020-A33C-42D8-9EB4-A4C78B02FBEA}"/>
                                            </p:graphic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
                                            <p:graphicEl>
                                              <a:dgm id="{25588BC8-600C-4CAC-9316-4DB94E14A628}"/>
                                            </p:graphicEl>
                                          </p:spTgt>
                                        </p:tgtEl>
                                        <p:attrNameLst>
                                          <p:attrName>style.visibility</p:attrName>
                                        </p:attrNameLst>
                                      </p:cBhvr>
                                      <p:to>
                                        <p:strVal val="visible"/>
                                      </p:to>
                                    </p:set>
                                    <p:animEffect transition="in" filter="wipe(left)">
                                      <p:cBhvr>
                                        <p:cTn id="53" dur="500"/>
                                        <p:tgtEl>
                                          <p:spTgt spid="10">
                                            <p:graphicEl>
                                              <a:dgm id="{25588BC8-600C-4CAC-9316-4DB94E14A628}"/>
                                            </p:graphic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graphicEl>
                                              <a:dgm id="{08F58347-CA25-481A-B2BD-6FB755BA7F5C}"/>
                                            </p:graphicEl>
                                          </p:spTgt>
                                        </p:tgtEl>
                                        <p:attrNameLst>
                                          <p:attrName>style.visibility</p:attrName>
                                        </p:attrNameLst>
                                      </p:cBhvr>
                                      <p:to>
                                        <p:strVal val="visible"/>
                                      </p:to>
                                    </p:set>
                                    <p:animEffect transition="in" filter="wipe(left)">
                                      <p:cBhvr>
                                        <p:cTn id="58" dur="500"/>
                                        <p:tgtEl>
                                          <p:spTgt spid="10">
                                            <p:graphicEl>
                                              <a:dgm id="{08F58347-CA25-481A-B2BD-6FB755BA7F5C}"/>
                                            </p:graphic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0">
                                            <p:graphicEl>
                                              <a:dgm id="{02504CA6-4825-439E-9B7A-7B408DCC4394}"/>
                                            </p:graphicEl>
                                          </p:spTgt>
                                        </p:tgtEl>
                                        <p:attrNameLst>
                                          <p:attrName>style.visibility</p:attrName>
                                        </p:attrNameLst>
                                      </p:cBhvr>
                                      <p:to>
                                        <p:strVal val="visible"/>
                                      </p:to>
                                    </p:set>
                                    <p:animEffect transition="in" filter="wipe(left)">
                                      <p:cBhvr>
                                        <p:cTn id="63" dur="500"/>
                                        <p:tgtEl>
                                          <p:spTgt spid="10">
                                            <p:graphicEl>
                                              <a:dgm id="{02504CA6-4825-439E-9B7A-7B408DCC4394}"/>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0">
                                            <p:graphicEl>
                                              <a:dgm id="{B307E7C7-6A51-4F86-A203-9F39B4ACF8EB}"/>
                                            </p:graphicEl>
                                          </p:spTgt>
                                        </p:tgtEl>
                                        <p:attrNameLst>
                                          <p:attrName>style.visibility</p:attrName>
                                        </p:attrNameLst>
                                      </p:cBhvr>
                                      <p:to>
                                        <p:strVal val="visible"/>
                                      </p:to>
                                    </p:set>
                                    <p:animEffect transition="in" filter="wipe(left)">
                                      <p:cBhvr>
                                        <p:cTn id="68" dur="500"/>
                                        <p:tgtEl>
                                          <p:spTgt spid="10">
                                            <p:graphicEl>
                                              <a:dgm id="{B307E7C7-6A51-4F86-A203-9F39B4ACF8EB}"/>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0">
                                            <p:graphicEl>
                                              <a:dgm id="{2DC43506-0F62-49B6-A832-F40621E041C9}"/>
                                            </p:graphicEl>
                                          </p:spTgt>
                                        </p:tgtEl>
                                        <p:attrNameLst>
                                          <p:attrName>style.visibility</p:attrName>
                                        </p:attrNameLst>
                                      </p:cBhvr>
                                      <p:to>
                                        <p:strVal val="visible"/>
                                      </p:to>
                                    </p:set>
                                    <p:animEffect transition="in" filter="wipe(left)">
                                      <p:cBhvr>
                                        <p:cTn id="73" dur="500"/>
                                        <p:tgtEl>
                                          <p:spTgt spid="10">
                                            <p:graphicEl>
                                              <a:dgm id="{2DC43506-0F62-49B6-A832-F40621E041C9}"/>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
                                            <p:graphicEl>
                                              <a:dgm id="{D0418004-A4CF-44A6-AFF1-CAE83C5B6A2D}"/>
                                            </p:graphicEl>
                                          </p:spTgt>
                                        </p:tgtEl>
                                        <p:attrNameLst>
                                          <p:attrName>style.visibility</p:attrName>
                                        </p:attrNameLst>
                                      </p:cBhvr>
                                      <p:to>
                                        <p:strVal val="visible"/>
                                      </p:to>
                                    </p:set>
                                    <p:animEffect transition="in" filter="wipe(left)">
                                      <p:cBhvr>
                                        <p:cTn id="78" dur="500"/>
                                        <p:tgtEl>
                                          <p:spTgt spid="10">
                                            <p:graphicEl>
                                              <a:dgm id="{D0418004-A4CF-44A6-AFF1-CAE83C5B6A2D}"/>
                                            </p:graphic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0">
                                            <p:graphicEl>
                                              <a:dgm id="{57B52D39-5E62-4EF4-A38E-364A2C0BEFC9}"/>
                                            </p:graphicEl>
                                          </p:spTgt>
                                        </p:tgtEl>
                                        <p:attrNameLst>
                                          <p:attrName>style.visibility</p:attrName>
                                        </p:attrNameLst>
                                      </p:cBhvr>
                                      <p:to>
                                        <p:strVal val="visible"/>
                                      </p:to>
                                    </p:set>
                                    <p:animEffect transition="in" filter="wipe(left)">
                                      <p:cBhvr>
                                        <p:cTn id="83" dur="500"/>
                                        <p:tgtEl>
                                          <p:spTgt spid="10">
                                            <p:graphicEl>
                                              <a:dgm id="{57B52D39-5E62-4EF4-A38E-364A2C0BEFC9}"/>
                                            </p:graphic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0">
                                            <p:graphicEl>
                                              <a:dgm id="{5255CBCB-3249-4371-AAF9-33AC4CD655DF}"/>
                                            </p:graphicEl>
                                          </p:spTgt>
                                        </p:tgtEl>
                                        <p:attrNameLst>
                                          <p:attrName>style.visibility</p:attrName>
                                        </p:attrNameLst>
                                      </p:cBhvr>
                                      <p:to>
                                        <p:strVal val="visible"/>
                                      </p:to>
                                    </p:set>
                                    <p:animEffect transition="in" filter="wipe(left)">
                                      <p:cBhvr>
                                        <p:cTn id="88" dur="500"/>
                                        <p:tgtEl>
                                          <p:spTgt spid="10">
                                            <p:graphicEl>
                                              <a:dgm id="{5255CBCB-3249-4371-AAF9-33AC4CD655DF}"/>
                                            </p:graphic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
                                            <p:graphicEl>
                                              <a:dgm id="{02901E43-A849-4479-8621-852AEC99B724}"/>
                                            </p:graphicEl>
                                          </p:spTgt>
                                        </p:tgtEl>
                                        <p:attrNameLst>
                                          <p:attrName>style.visibility</p:attrName>
                                        </p:attrNameLst>
                                      </p:cBhvr>
                                      <p:to>
                                        <p:strVal val="visible"/>
                                      </p:to>
                                    </p:set>
                                    <p:animEffect transition="in" filter="wipe(left)">
                                      <p:cBhvr>
                                        <p:cTn id="93" dur="500"/>
                                        <p:tgtEl>
                                          <p:spTgt spid="10">
                                            <p:graphicEl>
                                              <a:dgm id="{02901E43-A849-4479-8621-852AEC99B724}"/>
                                            </p:graphic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
                                            <p:graphicEl>
                                              <a:dgm id="{D8E2D305-D4BE-4196-82A3-2509BDF1FB24}"/>
                                            </p:graphicEl>
                                          </p:spTgt>
                                        </p:tgtEl>
                                        <p:attrNameLst>
                                          <p:attrName>style.visibility</p:attrName>
                                        </p:attrNameLst>
                                      </p:cBhvr>
                                      <p:to>
                                        <p:strVal val="visible"/>
                                      </p:to>
                                    </p:set>
                                    <p:animEffect transition="in" filter="wipe(left)">
                                      <p:cBhvr>
                                        <p:cTn id="98" dur="500"/>
                                        <p:tgtEl>
                                          <p:spTgt spid="10">
                                            <p:graphicEl>
                                              <a:dgm id="{D8E2D305-D4BE-4196-82A3-2509BDF1FB24}"/>
                                            </p:graphic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
                                            <p:graphicEl>
                                              <a:dgm id="{FC896E38-D6A2-4B0C-95BC-0956FF22690D}"/>
                                            </p:graphicEl>
                                          </p:spTgt>
                                        </p:tgtEl>
                                        <p:attrNameLst>
                                          <p:attrName>style.visibility</p:attrName>
                                        </p:attrNameLst>
                                      </p:cBhvr>
                                      <p:to>
                                        <p:strVal val="visible"/>
                                      </p:to>
                                    </p:set>
                                    <p:animEffect transition="in" filter="wipe(left)">
                                      <p:cBhvr>
                                        <p:cTn id="103" dur="500"/>
                                        <p:tgtEl>
                                          <p:spTgt spid="10">
                                            <p:graphicEl>
                                              <a:dgm id="{FC896E38-D6A2-4B0C-95BC-0956FF22690D}"/>
                                            </p:graphic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0">
                                            <p:graphicEl>
                                              <a:dgm id="{4DD64D61-9641-43E2-952A-453047CAEF88}"/>
                                            </p:graphicEl>
                                          </p:spTgt>
                                        </p:tgtEl>
                                        <p:attrNameLst>
                                          <p:attrName>style.visibility</p:attrName>
                                        </p:attrNameLst>
                                      </p:cBhvr>
                                      <p:to>
                                        <p:strVal val="visible"/>
                                      </p:to>
                                    </p:set>
                                    <p:animEffect transition="in" filter="wipe(left)">
                                      <p:cBhvr>
                                        <p:cTn id="108" dur="500"/>
                                        <p:tgtEl>
                                          <p:spTgt spid="10">
                                            <p:graphicEl>
                                              <a:dgm id="{4DD64D61-9641-43E2-952A-453047CAEF88}"/>
                                            </p:graphic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0">
                                            <p:graphicEl>
                                              <a:dgm id="{B6705F6D-D2DB-47C2-A49B-DE44B2C8911A}"/>
                                            </p:graphicEl>
                                          </p:spTgt>
                                        </p:tgtEl>
                                        <p:attrNameLst>
                                          <p:attrName>style.visibility</p:attrName>
                                        </p:attrNameLst>
                                      </p:cBhvr>
                                      <p:to>
                                        <p:strVal val="visible"/>
                                      </p:to>
                                    </p:set>
                                    <p:animEffect transition="in" filter="wipe(left)">
                                      <p:cBhvr>
                                        <p:cTn id="113" dur="500"/>
                                        <p:tgtEl>
                                          <p:spTgt spid="10">
                                            <p:graphicEl>
                                              <a:dgm id="{B6705F6D-D2DB-47C2-A49B-DE44B2C8911A}"/>
                                            </p:graphicEl>
                                          </p:spTgt>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0">
                                            <p:graphicEl>
                                              <a:dgm id="{01510350-84C5-4742-8210-1F10396E7ECB}"/>
                                            </p:graphicEl>
                                          </p:spTgt>
                                        </p:tgtEl>
                                        <p:attrNameLst>
                                          <p:attrName>style.visibility</p:attrName>
                                        </p:attrNameLst>
                                      </p:cBhvr>
                                      <p:to>
                                        <p:strVal val="visible"/>
                                      </p:to>
                                    </p:set>
                                    <p:animEffect transition="in" filter="wipe(left)">
                                      <p:cBhvr>
                                        <p:cTn id="118" dur="500"/>
                                        <p:tgtEl>
                                          <p:spTgt spid="10">
                                            <p:graphicEl>
                                              <a:dgm id="{01510350-84C5-4742-8210-1F10396E7ECB}"/>
                                            </p:graphic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0">
                                            <p:graphicEl>
                                              <a:dgm id="{F2E7E266-8BD9-4D81-990E-5FCBF8B5F327}"/>
                                            </p:graphicEl>
                                          </p:spTgt>
                                        </p:tgtEl>
                                        <p:attrNameLst>
                                          <p:attrName>style.visibility</p:attrName>
                                        </p:attrNameLst>
                                      </p:cBhvr>
                                      <p:to>
                                        <p:strVal val="visible"/>
                                      </p:to>
                                    </p:set>
                                    <p:animEffect transition="in" filter="wipe(left)">
                                      <p:cBhvr>
                                        <p:cTn id="123" dur="500"/>
                                        <p:tgtEl>
                                          <p:spTgt spid="10">
                                            <p:graphicEl>
                                              <a:dgm id="{F2E7E266-8BD9-4D81-990E-5FCBF8B5F32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10" grpId="0" uiExpand="1">
        <p:bldSub>
          <a:bldDgm bld="lvl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D538-9BBF-BE6B-28A5-71C1BC2B542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3D66D7B-E129-E153-3D6D-68FFC6581241}"/>
              </a:ext>
            </a:extLst>
          </p:cNvPr>
          <p:cNvSpPr>
            <a:spLocks noGrp="1"/>
          </p:cNvSpPr>
          <p:nvPr>
            <p:ph type="title"/>
          </p:nvPr>
        </p:nvSpPr>
        <p:spPr>
          <a:xfrm>
            <a:off x="570310" y="136526"/>
            <a:ext cx="10376365" cy="1570038"/>
          </a:xfrm>
        </p:spPr>
        <p:txBody>
          <a:bodyPr/>
          <a:lstStyle/>
          <a:p>
            <a:r>
              <a:rPr lang="en-US" dirty="0"/>
              <a:t>3. Implementation Phase</a:t>
            </a:r>
          </a:p>
        </p:txBody>
      </p:sp>
      <p:graphicFrame>
        <p:nvGraphicFramePr>
          <p:cNvPr id="4" name="Content Placeholder 3">
            <a:extLst>
              <a:ext uri="{FF2B5EF4-FFF2-40B4-BE49-F238E27FC236}">
                <a16:creationId xmlns:a16="http://schemas.microsoft.com/office/drawing/2014/main" id="{89EBB252-F5CF-46BC-92FF-705393D8B5B8}"/>
              </a:ext>
            </a:extLst>
          </p:cNvPr>
          <p:cNvGraphicFramePr>
            <a:graphicFrameLocks noGrp="1"/>
          </p:cNvGraphicFramePr>
          <p:nvPr>
            <p:ph idx="1"/>
            <p:extLst>
              <p:ext uri="{D42A27DB-BD31-4B8C-83A1-F6EECF244321}">
                <p14:modId xmlns:p14="http://schemas.microsoft.com/office/powerpoint/2010/main" val="1169306272"/>
              </p:ext>
            </p:extLst>
          </p:nvPr>
        </p:nvGraphicFramePr>
        <p:xfrm>
          <a:off x="323850" y="1706564"/>
          <a:ext cx="11544300" cy="3757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70186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graphicEl>
                                              <a:dgm id="{0114ABF0-7DBE-4E4F-8DF9-BCF6CE2329D5}"/>
                                            </p:graphicEl>
                                          </p:spTgt>
                                        </p:tgtEl>
                                        <p:attrNameLst>
                                          <p:attrName>style.visibility</p:attrName>
                                        </p:attrNameLst>
                                      </p:cBhvr>
                                      <p:to>
                                        <p:strVal val="visible"/>
                                      </p:to>
                                    </p:set>
                                    <p:animEffect transition="in" filter="wipe(left)">
                                      <p:cBhvr>
                                        <p:cTn id="13" dur="500"/>
                                        <p:tgtEl>
                                          <p:spTgt spid="4">
                                            <p:graphicEl>
                                              <a:dgm id="{0114ABF0-7DBE-4E4F-8DF9-BCF6CE2329D5}"/>
                                            </p:graphic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
                                            <p:graphicEl>
                                              <a:dgm id="{2084A852-362E-4FC2-9991-9AE9EAECD15E}"/>
                                            </p:graphicEl>
                                          </p:spTgt>
                                        </p:tgtEl>
                                        <p:attrNameLst>
                                          <p:attrName>style.visibility</p:attrName>
                                        </p:attrNameLst>
                                      </p:cBhvr>
                                      <p:to>
                                        <p:strVal val="visible"/>
                                      </p:to>
                                    </p:set>
                                    <p:animEffect transition="in" filter="wipe(left)">
                                      <p:cBhvr>
                                        <p:cTn id="16" dur="500"/>
                                        <p:tgtEl>
                                          <p:spTgt spid="4">
                                            <p:graphicEl>
                                              <a:dgm id="{2084A852-362E-4FC2-9991-9AE9EAECD15E}"/>
                                            </p:graphic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graphicEl>
                                              <a:dgm id="{0B671B56-3BFB-4CA9-A06D-6AC7850B1796}"/>
                                            </p:graphicEl>
                                          </p:spTgt>
                                        </p:tgtEl>
                                        <p:attrNameLst>
                                          <p:attrName>style.visibility</p:attrName>
                                        </p:attrNameLst>
                                      </p:cBhvr>
                                      <p:to>
                                        <p:strVal val="visible"/>
                                      </p:to>
                                    </p:set>
                                    <p:animEffect transition="in" filter="wipe(left)">
                                      <p:cBhvr>
                                        <p:cTn id="21" dur="500"/>
                                        <p:tgtEl>
                                          <p:spTgt spid="4">
                                            <p:graphicEl>
                                              <a:dgm id="{0B671B56-3BFB-4CA9-A06D-6AC7850B1796}"/>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graphicEl>
                                              <a:dgm id="{C3767EDE-39E2-4EF7-9FAB-A51A6EECEE95}"/>
                                            </p:graphicEl>
                                          </p:spTgt>
                                        </p:tgtEl>
                                        <p:attrNameLst>
                                          <p:attrName>style.visibility</p:attrName>
                                        </p:attrNameLst>
                                      </p:cBhvr>
                                      <p:to>
                                        <p:strVal val="visible"/>
                                      </p:to>
                                    </p:set>
                                    <p:animEffect transition="in" filter="wipe(left)">
                                      <p:cBhvr>
                                        <p:cTn id="26" dur="500"/>
                                        <p:tgtEl>
                                          <p:spTgt spid="4">
                                            <p:graphicEl>
                                              <a:dgm id="{C3767EDE-39E2-4EF7-9FAB-A51A6EECEE95}"/>
                                            </p:graphic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
                                            <p:graphicEl>
                                              <a:dgm id="{F0D8C9F6-FD66-4858-AC0E-227A6F9E68D3}"/>
                                            </p:graphicEl>
                                          </p:spTgt>
                                        </p:tgtEl>
                                        <p:attrNameLst>
                                          <p:attrName>style.visibility</p:attrName>
                                        </p:attrNameLst>
                                      </p:cBhvr>
                                      <p:to>
                                        <p:strVal val="visible"/>
                                      </p:to>
                                    </p:set>
                                    <p:animEffect transition="in" filter="wipe(left)">
                                      <p:cBhvr>
                                        <p:cTn id="29" dur="500"/>
                                        <p:tgtEl>
                                          <p:spTgt spid="4">
                                            <p:graphicEl>
                                              <a:dgm id="{F0D8C9F6-FD66-4858-AC0E-227A6F9E68D3}"/>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
                                            <p:graphicEl>
                                              <a:dgm id="{22BAD179-E99F-4148-AB6E-F1854E55626D}"/>
                                            </p:graphicEl>
                                          </p:spTgt>
                                        </p:tgtEl>
                                        <p:attrNameLst>
                                          <p:attrName>style.visibility</p:attrName>
                                        </p:attrNameLst>
                                      </p:cBhvr>
                                      <p:to>
                                        <p:strVal val="visible"/>
                                      </p:to>
                                    </p:set>
                                    <p:animEffect transition="in" filter="wipe(left)">
                                      <p:cBhvr>
                                        <p:cTn id="34" dur="500"/>
                                        <p:tgtEl>
                                          <p:spTgt spid="4">
                                            <p:graphicEl>
                                              <a:dgm id="{22BAD179-E99F-4148-AB6E-F1854E55626D}"/>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
                                            <p:graphicEl>
                                              <a:dgm id="{CEDF1A01-C106-410A-A7F0-9DE65D4B0155}"/>
                                            </p:graphicEl>
                                          </p:spTgt>
                                        </p:tgtEl>
                                        <p:attrNameLst>
                                          <p:attrName>style.visibility</p:attrName>
                                        </p:attrNameLst>
                                      </p:cBhvr>
                                      <p:to>
                                        <p:strVal val="visible"/>
                                      </p:to>
                                    </p:set>
                                    <p:animEffect transition="in" filter="wipe(left)">
                                      <p:cBhvr>
                                        <p:cTn id="39" dur="500"/>
                                        <p:tgtEl>
                                          <p:spTgt spid="4">
                                            <p:graphicEl>
                                              <a:dgm id="{CEDF1A01-C106-410A-A7F0-9DE65D4B0155}"/>
                                            </p:graphic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
                                            <p:graphicEl>
                                              <a:dgm id="{8B9DFE73-C67A-457F-AAA2-E67C7B4BA58C}"/>
                                            </p:graphicEl>
                                          </p:spTgt>
                                        </p:tgtEl>
                                        <p:attrNameLst>
                                          <p:attrName>style.visibility</p:attrName>
                                        </p:attrNameLst>
                                      </p:cBhvr>
                                      <p:to>
                                        <p:strVal val="visible"/>
                                      </p:to>
                                    </p:set>
                                    <p:animEffect transition="in" filter="wipe(left)">
                                      <p:cBhvr>
                                        <p:cTn id="42" dur="500"/>
                                        <p:tgtEl>
                                          <p:spTgt spid="4">
                                            <p:graphicEl>
                                              <a:dgm id="{8B9DFE73-C67A-457F-AAA2-E67C7B4BA58C}"/>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
                                            <p:graphicEl>
                                              <a:dgm id="{1BF14F01-3CD2-4698-AC40-983C0F320B92}"/>
                                            </p:graphicEl>
                                          </p:spTgt>
                                        </p:tgtEl>
                                        <p:attrNameLst>
                                          <p:attrName>style.visibility</p:attrName>
                                        </p:attrNameLst>
                                      </p:cBhvr>
                                      <p:to>
                                        <p:strVal val="visible"/>
                                      </p:to>
                                    </p:set>
                                    <p:animEffect transition="in" filter="wipe(left)">
                                      <p:cBhvr>
                                        <p:cTn id="47" dur="500"/>
                                        <p:tgtEl>
                                          <p:spTgt spid="4">
                                            <p:graphicEl>
                                              <a:dgm id="{1BF14F01-3CD2-4698-AC40-983C0F320B92}"/>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
                                            <p:graphicEl>
                                              <a:dgm id="{44ED74FF-1109-4340-9EC1-F0F7455A49D4}"/>
                                            </p:graphicEl>
                                          </p:spTgt>
                                        </p:tgtEl>
                                        <p:attrNameLst>
                                          <p:attrName>style.visibility</p:attrName>
                                        </p:attrNameLst>
                                      </p:cBhvr>
                                      <p:to>
                                        <p:strVal val="visible"/>
                                      </p:to>
                                    </p:set>
                                    <p:animEffect transition="in" filter="wipe(left)">
                                      <p:cBhvr>
                                        <p:cTn id="52" dur="500"/>
                                        <p:tgtEl>
                                          <p:spTgt spid="4">
                                            <p:graphicEl>
                                              <a:dgm id="{44ED74FF-1109-4340-9EC1-F0F7455A49D4}"/>
                                            </p:graphicEl>
                                          </p:spTgt>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4">
                                            <p:graphicEl>
                                              <a:dgm id="{782EF889-0F76-4AEE-A9FB-8B68880DBF95}"/>
                                            </p:graphicEl>
                                          </p:spTgt>
                                        </p:tgtEl>
                                        <p:attrNameLst>
                                          <p:attrName>style.visibility</p:attrName>
                                        </p:attrNameLst>
                                      </p:cBhvr>
                                      <p:to>
                                        <p:strVal val="visible"/>
                                      </p:to>
                                    </p:set>
                                    <p:animEffect transition="in" filter="wipe(left)">
                                      <p:cBhvr>
                                        <p:cTn id="55" dur="500"/>
                                        <p:tgtEl>
                                          <p:spTgt spid="4">
                                            <p:graphicEl>
                                              <a:dgm id="{782EF889-0F76-4AEE-A9FB-8B68880DBF95}"/>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
                                            <p:graphicEl>
                                              <a:dgm id="{1883C9D7-8561-429B-81E7-6C8EF4A3DA8A}"/>
                                            </p:graphicEl>
                                          </p:spTgt>
                                        </p:tgtEl>
                                        <p:attrNameLst>
                                          <p:attrName>style.visibility</p:attrName>
                                        </p:attrNameLst>
                                      </p:cBhvr>
                                      <p:to>
                                        <p:strVal val="visible"/>
                                      </p:to>
                                    </p:set>
                                    <p:animEffect transition="in" filter="wipe(left)">
                                      <p:cBhvr>
                                        <p:cTn id="60" dur="500"/>
                                        <p:tgtEl>
                                          <p:spTgt spid="4">
                                            <p:graphicEl>
                                              <a:dgm id="{1883C9D7-8561-429B-81E7-6C8EF4A3DA8A}"/>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
                                            <p:graphicEl>
                                              <a:dgm id="{6C2B9A36-5B93-4D0F-BE1C-23D15F4D5B8D}"/>
                                            </p:graphicEl>
                                          </p:spTgt>
                                        </p:tgtEl>
                                        <p:attrNameLst>
                                          <p:attrName>style.visibility</p:attrName>
                                        </p:attrNameLst>
                                      </p:cBhvr>
                                      <p:to>
                                        <p:strVal val="visible"/>
                                      </p:to>
                                    </p:set>
                                    <p:animEffect transition="in" filter="wipe(left)">
                                      <p:cBhvr>
                                        <p:cTn id="65" dur="500"/>
                                        <p:tgtEl>
                                          <p:spTgt spid="4">
                                            <p:graphicEl>
                                              <a:dgm id="{6C2B9A36-5B93-4D0F-BE1C-23D15F4D5B8D}"/>
                                            </p:graphicEl>
                                          </p:spTgt>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4">
                                            <p:graphicEl>
                                              <a:dgm id="{715F30A8-24E5-4EB6-9AAB-5F4DD93B855A}"/>
                                            </p:graphicEl>
                                          </p:spTgt>
                                        </p:tgtEl>
                                        <p:attrNameLst>
                                          <p:attrName>style.visibility</p:attrName>
                                        </p:attrNameLst>
                                      </p:cBhvr>
                                      <p:to>
                                        <p:strVal val="visible"/>
                                      </p:to>
                                    </p:set>
                                    <p:animEffect transition="in" filter="wipe(left)">
                                      <p:cBhvr>
                                        <p:cTn id="68" dur="500"/>
                                        <p:tgtEl>
                                          <p:spTgt spid="4">
                                            <p:graphicEl>
                                              <a:dgm id="{715F30A8-24E5-4EB6-9AAB-5F4DD93B855A}"/>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
                                            <p:graphicEl>
                                              <a:dgm id="{010CD08E-4327-4C32-8067-632CEE353983}"/>
                                            </p:graphicEl>
                                          </p:spTgt>
                                        </p:tgtEl>
                                        <p:attrNameLst>
                                          <p:attrName>style.visibility</p:attrName>
                                        </p:attrNameLst>
                                      </p:cBhvr>
                                      <p:to>
                                        <p:strVal val="visible"/>
                                      </p:to>
                                    </p:set>
                                    <p:animEffect transition="in" filter="wipe(left)">
                                      <p:cBhvr>
                                        <p:cTn id="73" dur="500"/>
                                        <p:tgtEl>
                                          <p:spTgt spid="4">
                                            <p:graphicEl>
                                              <a:dgm id="{010CD08E-4327-4C32-8067-632CEE353983}"/>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4">
                                            <p:graphicEl>
                                              <a:dgm id="{74FE7326-4BEF-45E0-952B-4C081820066E}"/>
                                            </p:graphicEl>
                                          </p:spTgt>
                                        </p:tgtEl>
                                        <p:attrNameLst>
                                          <p:attrName>style.visibility</p:attrName>
                                        </p:attrNameLst>
                                      </p:cBhvr>
                                      <p:to>
                                        <p:strVal val="visible"/>
                                      </p:to>
                                    </p:set>
                                    <p:animEffect transition="in" filter="wipe(left)">
                                      <p:cBhvr>
                                        <p:cTn id="78" dur="500"/>
                                        <p:tgtEl>
                                          <p:spTgt spid="4">
                                            <p:graphicEl>
                                              <a:dgm id="{74FE7326-4BEF-45E0-952B-4C081820066E}"/>
                                            </p:graphicEl>
                                          </p:spTgt>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4">
                                            <p:graphicEl>
                                              <a:dgm id="{C5B28091-1153-4412-A5C5-90A1D926C0EF}"/>
                                            </p:graphicEl>
                                          </p:spTgt>
                                        </p:tgtEl>
                                        <p:attrNameLst>
                                          <p:attrName>style.visibility</p:attrName>
                                        </p:attrNameLst>
                                      </p:cBhvr>
                                      <p:to>
                                        <p:strVal val="visible"/>
                                      </p:to>
                                    </p:set>
                                    <p:animEffect transition="in" filter="wipe(left)">
                                      <p:cBhvr>
                                        <p:cTn id="81" dur="500"/>
                                        <p:tgtEl>
                                          <p:spTgt spid="4">
                                            <p:graphicEl>
                                              <a:dgm id="{C5B28091-1153-4412-A5C5-90A1D926C0EF}"/>
                                            </p:graphic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4">
                                            <p:graphicEl>
                                              <a:dgm id="{47525497-7EE8-42E8-A167-7A5E620930FA}"/>
                                            </p:graphicEl>
                                          </p:spTgt>
                                        </p:tgtEl>
                                        <p:attrNameLst>
                                          <p:attrName>style.visibility</p:attrName>
                                        </p:attrNameLst>
                                      </p:cBhvr>
                                      <p:to>
                                        <p:strVal val="visible"/>
                                      </p:to>
                                    </p:set>
                                    <p:animEffect transition="in" filter="wipe(left)">
                                      <p:cBhvr>
                                        <p:cTn id="86" dur="500"/>
                                        <p:tgtEl>
                                          <p:spTgt spid="4">
                                            <p:graphicEl>
                                              <a:dgm id="{47525497-7EE8-42E8-A167-7A5E620930F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4"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328614" y="136526"/>
            <a:ext cx="10618062" cy="1363662"/>
          </a:xfrm>
        </p:spPr>
        <p:txBody>
          <a:bodyPr/>
          <a:lstStyle/>
          <a:p>
            <a:r>
              <a:rPr lang="en-US" dirty="0"/>
              <a:t>4. Testing Strategies</a:t>
            </a:r>
          </a:p>
        </p:txBody>
      </p:sp>
      <p:graphicFrame>
        <p:nvGraphicFramePr>
          <p:cNvPr id="9" name="Content Placeholder 8">
            <a:extLst>
              <a:ext uri="{FF2B5EF4-FFF2-40B4-BE49-F238E27FC236}">
                <a16:creationId xmlns:a16="http://schemas.microsoft.com/office/drawing/2014/main" id="{B7B5E86F-EE2C-8C0D-2B94-048457D90A05}"/>
              </a:ext>
            </a:extLst>
          </p:cNvPr>
          <p:cNvGraphicFramePr>
            <a:graphicFrameLocks noGrp="1"/>
          </p:cNvGraphicFramePr>
          <p:nvPr>
            <p:ph idx="1"/>
            <p:extLst>
              <p:ext uri="{D42A27DB-BD31-4B8C-83A1-F6EECF244321}">
                <p14:modId xmlns:p14="http://schemas.microsoft.com/office/powerpoint/2010/main" val="3173499680"/>
              </p:ext>
            </p:extLst>
          </p:nvPr>
        </p:nvGraphicFramePr>
        <p:xfrm>
          <a:off x="214313" y="1657350"/>
          <a:ext cx="11744326" cy="50641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6495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9">
                                            <p:graphicEl>
                                              <a:dgm id="{F93EDCE5-38F1-474A-A764-FA7F52214998}"/>
                                            </p:graphicEl>
                                          </p:spTgt>
                                        </p:tgtEl>
                                        <p:attrNameLst>
                                          <p:attrName>style.visibility</p:attrName>
                                        </p:attrNameLst>
                                      </p:cBhvr>
                                      <p:to>
                                        <p:strVal val="visible"/>
                                      </p:to>
                                    </p:set>
                                    <p:anim calcmode="lin" valueType="num">
                                      <p:cBhvr>
                                        <p:cTn id="13" dur="500" fill="hold"/>
                                        <p:tgtEl>
                                          <p:spTgt spid="9">
                                            <p:graphicEl>
                                              <a:dgm id="{F93EDCE5-38F1-474A-A764-FA7F52214998}"/>
                                            </p:graphicEl>
                                          </p:spTgt>
                                        </p:tgtEl>
                                        <p:attrNameLst>
                                          <p:attrName>ppt_w</p:attrName>
                                        </p:attrNameLst>
                                      </p:cBhvr>
                                      <p:tavLst>
                                        <p:tav tm="0">
                                          <p:val>
                                            <p:fltVal val="0"/>
                                          </p:val>
                                        </p:tav>
                                        <p:tav tm="100000">
                                          <p:val>
                                            <p:strVal val="#ppt_w"/>
                                          </p:val>
                                        </p:tav>
                                      </p:tavLst>
                                    </p:anim>
                                    <p:anim calcmode="lin" valueType="num">
                                      <p:cBhvr>
                                        <p:cTn id="14" dur="500" fill="hold"/>
                                        <p:tgtEl>
                                          <p:spTgt spid="9">
                                            <p:graphicEl>
                                              <a:dgm id="{F93EDCE5-38F1-474A-A764-FA7F52214998}"/>
                                            </p:graphicEl>
                                          </p:spTgt>
                                        </p:tgtEl>
                                        <p:attrNameLst>
                                          <p:attrName>ppt_h</p:attrName>
                                        </p:attrNameLst>
                                      </p:cBhvr>
                                      <p:tavLst>
                                        <p:tav tm="0">
                                          <p:val>
                                            <p:fltVal val="0"/>
                                          </p:val>
                                        </p:tav>
                                        <p:tav tm="100000">
                                          <p:val>
                                            <p:strVal val="#ppt_h"/>
                                          </p:val>
                                        </p:tav>
                                      </p:tavLst>
                                    </p:anim>
                                    <p:animEffect transition="in" filter="fade">
                                      <p:cBhvr>
                                        <p:cTn id="15" dur="500"/>
                                        <p:tgtEl>
                                          <p:spTgt spid="9">
                                            <p:graphicEl>
                                              <a:dgm id="{F93EDCE5-38F1-474A-A764-FA7F52214998}"/>
                                            </p:graphic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9">
                                            <p:graphicEl>
                                              <a:dgm id="{470DEDCC-B8E1-46E7-B9E9-97DEE3DE6E1E}"/>
                                            </p:graphicEl>
                                          </p:spTgt>
                                        </p:tgtEl>
                                        <p:attrNameLst>
                                          <p:attrName>style.visibility</p:attrName>
                                        </p:attrNameLst>
                                      </p:cBhvr>
                                      <p:to>
                                        <p:strVal val="visible"/>
                                      </p:to>
                                    </p:set>
                                    <p:anim calcmode="lin" valueType="num">
                                      <p:cBhvr>
                                        <p:cTn id="18" dur="500" fill="hold"/>
                                        <p:tgtEl>
                                          <p:spTgt spid="9">
                                            <p:graphicEl>
                                              <a:dgm id="{470DEDCC-B8E1-46E7-B9E9-97DEE3DE6E1E}"/>
                                            </p:graphicEl>
                                          </p:spTgt>
                                        </p:tgtEl>
                                        <p:attrNameLst>
                                          <p:attrName>ppt_w</p:attrName>
                                        </p:attrNameLst>
                                      </p:cBhvr>
                                      <p:tavLst>
                                        <p:tav tm="0">
                                          <p:val>
                                            <p:fltVal val="0"/>
                                          </p:val>
                                        </p:tav>
                                        <p:tav tm="100000">
                                          <p:val>
                                            <p:strVal val="#ppt_w"/>
                                          </p:val>
                                        </p:tav>
                                      </p:tavLst>
                                    </p:anim>
                                    <p:anim calcmode="lin" valueType="num">
                                      <p:cBhvr>
                                        <p:cTn id="19" dur="500" fill="hold"/>
                                        <p:tgtEl>
                                          <p:spTgt spid="9">
                                            <p:graphicEl>
                                              <a:dgm id="{470DEDCC-B8E1-46E7-B9E9-97DEE3DE6E1E}"/>
                                            </p:graphicEl>
                                          </p:spTgt>
                                        </p:tgtEl>
                                        <p:attrNameLst>
                                          <p:attrName>ppt_h</p:attrName>
                                        </p:attrNameLst>
                                      </p:cBhvr>
                                      <p:tavLst>
                                        <p:tav tm="0">
                                          <p:val>
                                            <p:fltVal val="0"/>
                                          </p:val>
                                        </p:tav>
                                        <p:tav tm="100000">
                                          <p:val>
                                            <p:strVal val="#ppt_h"/>
                                          </p:val>
                                        </p:tav>
                                      </p:tavLst>
                                    </p:anim>
                                    <p:animEffect transition="in" filter="fade">
                                      <p:cBhvr>
                                        <p:cTn id="20" dur="500"/>
                                        <p:tgtEl>
                                          <p:spTgt spid="9">
                                            <p:graphicEl>
                                              <a:dgm id="{470DEDCC-B8E1-46E7-B9E9-97DEE3DE6E1E}"/>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9">
                                            <p:graphicEl>
                                              <a:dgm id="{856F83D0-8DE3-49D4-B2A1-B69C74DEE364}"/>
                                            </p:graphicEl>
                                          </p:spTgt>
                                        </p:tgtEl>
                                        <p:attrNameLst>
                                          <p:attrName>style.visibility</p:attrName>
                                        </p:attrNameLst>
                                      </p:cBhvr>
                                      <p:to>
                                        <p:strVal val="visible"/>
                                      </p:to>
                                    </p:set>
                                    <p:anim calcmode="lin" valueType="num">
                                      <p:cBhvr>
                                        <p:cTn id="25" dur="500" fill="hold"/>
                                        <p:tgtEl>
                                          <p:spTgt spid="9">
                                            <p:graphicEl>
                                              <a:dgm id="{856F83D0-8DE3-49D4-B2A1-B69C74DEE364}"/>
                                            </p:graphicEl>
                                          </p:spTgt>
                                        </p:tgtEl>
                                        <p:attrNameLst>
                                          <p:attrName>ppt_w</p:attrName>
                                        </p:attrNameLst>
                                      </p:cBhvr>
                                      <p:tavLst>
                                        <p:tav tm="0">
                                          <p:val>
                                            <p:fltVal val="0"/>
                                          </p:val>
                                        </p:tav>
                                        <p:tav tm="100000">
                                          <p:val>
                                            <p:strVal val="#ppt_w"/>
                                          </p:val>
                                        </p:tav>
                                      </p:tavLst>
                                    </p:anim>
                                    <p:anim calcmode="lin" valueType="num">
                                      <p:cBhvr>
                                        <p:cTn id="26" dur="500" fill="hold"/>
                                        <p:tgtEl>
                                          <p:spTgt spid="9">
                                            <p:graphicEl>
                                              <a:dgm id="{856F83D0-8DE3-49D4-B2A1-B69C74DEE364}"/>
                                            </p:graphicEl>
                                          </p:spTgt>
                                        </p:tgtEl>
                                        <p:attrNameLst>
                                          <p:attrName>ppt_h</p:attrName>
                                        </p:attrNameLst>
                                      </p:cBhvr>
                                      <p:tavLst>
                                        <p:tav tm="0">
                                          <p:val>
                                            <p:fltVal val="0"/>
                                          </p:val>
                                        </p:tav>
                                        <p:tav tm="100000">
                                          <p:val>
                                            <p:strVal val="#ppt_h"/>
                                          </p:val>
                                        </p:tav>
                                      </p:tavLst>
                                    </p:anim>
                                    <p:animEffect transition="in" filter="fade">
                                      <p:cBhvr>
                                        <p:cTn id="27" dur="500"/>
                                        <p:tgtEl>
                                          <p:spTgt spid="9">
                                            <p:graphicEl>
                                              <a:dgm id="{856F83D0-8DE3-49D4-B2A1-B69C74DEE364}"/>
                                            </p:graphicEl>
                                          </p:spTgt>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9">
                                            <p:graphicEl>
                                              <a:dgm id="{E6AA3920-BFFA-457F-9E3F-469422C942F4}"/>
                                            </p:graphicEl>
                                          </p:spTgt>
                                        </p:tgtEl>
                                        <p:attrNameLst>
                                          <p:attrName>style.visibility</p:attrName>
                                        </p:attrNameLst>
                                      </p:cBhvr>
                                      <p:to>
                                        <p:strVal val="visible"/>
                                      </p:to>
                                    </p:set>
                                    <p:anim calcmode="lin" valueType="num">
                                      <p:cBhvr>
                                        <p:cTn id="30" dur="500" fill="hold"/>
                                        <p:tgtEl>
                                          <p:spTgt spid="9">
                                            <p:graphicEl>
                                              <a:dgm id="{E6AA3920-BFFA-457F-9E3F-469422C942F4}"/>
                                            </p:graphicEl>
                                          </p:spTgt>
                                        </p:tgtEl>
                                        <p:attrNameLst>
                                          <p:attrName>ppt_w</p:attrName>
                                        </p:attrNameLst>
                                      </p:cBhvr>
                                      <p:tavLst>
                                        <p:tav tm="0">
                                          <p:val>
                                            <p:fltVal val="0"/>
                                          </p:val>
                                        </p:tav>
                                        <p:tav tm="100000">
                                          <p:val>
                                            <p:strVal val="#ppt_w"/>
                                          </p:val>
                                        </p:tav>
                                      </p:tavLst>
                                    </p:anim>
                                    <p:anim calcmode="lin" valueType="num">
                                      <p:cBhvr>
                                        <p:cTn id="31" dur="500" fill="hold"/>
                                        <p:tgtEl>
                                          <p:spTgt spid="9">
                                            <p:graphicEl>
                                              <a:dgm id="{E6AA3920-BFFA-457F-9E3F-469422C942F4}"/>
                                            </p:graphicEl>
                                          </p:spTgt>
                                        </p:tgtEl>
                                        <p:attrNameLst>
                                          <p:attrName>ppt_h</p:attrName>
                                        </p:attrNameLst>
                                      </p:cBhvr>
                                      <p:tavLst>
                                        <p:tav tm="0">
                                          <p:val>
                                            <p:fltVal val="0"/>
                                          </p:val>
                                        </p:tav>
                                        <p:tav tm="100000">
                                          <p:val>
                                            <p:strVal val="#ppt_h"/>
                                          </p:val>
                                        </p:tav>
                                      </p:tavLst>
                                    </p:anim>
                                    <p:animEffect transition="in" filter="fade">
                                      <p:cBhvr>
                                        <p:cTn id="32" dur="500"/>
                                        <p:tgtEl>
                                          <p:spTgt spid="9">
                                            <p:graphicEl>
                                              <a:dgm id="{E6AA3920-BFFA-457F-9E3F-469422C942F4}"/>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9">
                                            <p:graphicEl>
                                              <a:dgm id="{FEDCFDBF-B59E-46DD-AF8A-CE5313EA2100}"/>
                                            </p:graphicEl>
                                          </p:spTgt>
                                        </p:tgtEl>
                                        <p:attrNameLst>
                                          <p:attrName>style.visibility</p:attrName>
                                        </p:attrNameLst>
                                      </p:cBhvr>
                                      <p:to>
                                        <p:strVal val="visible"/>
                                      </p:to>
                                    </p:set>
                                    <p:anim calcmode="lin" valueType="num">
                                      <p:cBhvr>
                                        <p:cTn id="37" dur="500" fill="hold"/>
                                        <p:tgtEl>
                                          <p:spTgt spid="9">
                                            <p:graphicEl>
                                              <a:dgm id="{FEDCFDBF-B59E-46DD-AF8A-CE5313EA2100}"/>
                                            </p:graphicEl>
                                          </p:spTgt>
                                        </p:tgtEl>
                                        <p:attrNameLst>
                                          <p:attrName>ppt_w</p:attrName>
                                        </p:attrNameLst>
                                      </p:cBhvr>
                                      <p:tavLst>
                                        <p:tav tm="0">
                                          <p:val>
                                            <p:fltVal val="0"/>
                                          </p:val>
                                        </p:tav>
                                        <p:tav tm="100000">
                                          <p:val>
                                            <p:strVal val="#ppt_w"/>
                                          </p:val>
                                        </p:tav>
                                      </p:tavLst>
                                    </p:anim>
                                    <p:anim calcmode="lin" valueType="num">
                                      <p:cBhvr>
                                        <p:cTn id="38" dur="500" fill="hold"/>
                                        <p:tgtEl>
                                          <p:spTgt spid="9">
                                            <p:graphicEl>
                                              <a:dgm id="{FEDCFDBF-B59E-46DD-AF8A-CE5313EA2100}"/>
                                            </p:graphicEl>
                                          </p:spTgt>
                                        </p:tgtEl>
                                        <p:attrNameLst>
                                          <p:attrName>ppt_h</p:attrName>
                                        </p:attrNameLst>
                                      </p:cBhvr>
                                      <p:tavLst>
                                        <p:tav tm="0">
                                          <p:val>
                                            <p:fltVal val="0"/>
                                          </p:val>
                                        </p:tav>
                                        <p:tav tm="100000">
                                          <p:val>
                                            <p:strVal val="#ppt_h"/>
                                          </p:val>
                                        </p:tav>
                                      </p:tavLst>
                                    </p:anim>
                                    <p:animEffect transition="in" filter="fade">
                                      <p:cBhvr>
                                        <p:cTn id="39" dur="500"/>
                                        <p:tgtEl>
                                          <p:spTgt spid="9">
                                            <p:graphicEl>
                                              <a:dgm id="{FEDCFDBF-B59E-46DD-AF8A-CE5313EA2100}"/>
                                            </p:graphicEl>
                                          </p:spTgt>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9">
                                            <p:graphicEl>
                                              <a:dgm id="{22915316-2FFE-4820-ACA2-4E9845D36D87}"/>
                                            </p:graphicEl>
                                          </p:spTgt>
                                        </p:tgtEl>
                                        <p:attrNameLst>
                                          <p:attrName>style.visibility</p:attrName>
                                        </p:attrNameLst>
                                      </p:cBhvr>
                                      <p:to>
                                        <p:strVal val="visible"/>
                                      </p:to>
                                    </p:set>
                                    <p:anim calcmode="lin" valueType="num">
                                      <p:cBhvr>
                                        <p:cTn id="42" dur="500" fill="hold"/>
                                        <p:tgtEl>
                                          <p:spTgt spid="9">
                                            <p:graphicEl>
                                              <a:dgm id="{22915316-2FFE-4820-ACA2-4E9845D36D87}"/>
                                            </p:graphicEl>
                                          </p:spTgt>
                                        </p:tgtEl>
                                        <p:attrNameLst>
                                          <p:attrName>ppt_w</p:attrName>
                                        </p:attrNameLst>
                                      </p:cBhvr>
                                      <p:tavLst>
                                        <p:tav tm="0">
                                          <p:val>
                                            <p:fltVal val="0"/>
                                          </p:val>
                                        </p:tav>
                                        <p:tav tm="100000">
                                          <p:val>
                                            <p:strVal val="#ppt_w"/>
                                          </p:val>
                                        </p:tav>
                                      </p:tavLst>
                                    </p:anim>
                                    <p:anim calcmode="lin" valueType="num">
                                      <p:cBhvr>
                                        <p:cTn id="43" dur="500" fill="hold"/>
                                        <p:tgtEl>
                                          <p:spTgt spid="9">
                                            <p:graphicEl>
                                              <a:dgm id="{22915316-2FFE-4820-ACA2-4E9845D36D87}"/>
                                            </p:graphicEl>
                                          </p:spTgt>
                                        </p:tgtEl>
                                        <p:attrNameLst>
                                          <p:attrName>ppt_h</p:attrName>
                                        </p:attrNameLst>
                                      </p:cBhvr>
                                      <p:tavLst>
                                        <p:tav tm="0">
                                          <p:val>
                                            <p:fltVal val="0"/>
                                          </p:val>
                                        </p:tav>
                                        <p:tav tm="100000">
                                          <p:val>
                                            <p:strVal val="#ppt_h"/>
                                          </p:val>
                                        </p:tav>
                                      </p:tavLst>
                                    </p:anim>
                                    <p:animEffect transition="in" filter="fade">
                                      <p:cBhvr>
                                        <p:cTn id="44" dur="500"/>
                                        <p:tgtEl>
                                          <p:spTgt spid="9">
                                            <p:graphicEl>
                                              <a:dgm id="{22915316-2FFE-4820-ACA2-4E9845D36D87}"/>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graphicEl>
                                              <a:dgm id="{8AF056D6-2935-49E8-923A-5447DBFB9A76}"/>
                                            </p:graphicEl>
                                          </p:spTgt>
                                        </p:tgtEl>
                                        <p:attrNameLst>
                                          <p:attrName>style.visibility</p:attrName>
                                        </p:attrNameLst>
                                      </p:cBhvr>
                                      <p:to>
                                        <p:strVal val="visible"/>
                                      </p:to>
                                    </p:set>
                                    <p:anim calcmode="lin" valueType="num">
                                      <p:cBhvr>
                                        <p:cTn id="49" dur="500" fill="hold"/>
                                        <p:tgtEl>
                                          <p:spTgt spid="9">
                                            <p:graphicEl>
                                              <a:dgm id="{8AF056D6-2935-49E8-923A-5447DBFB9A76}"/>
                                            </p:graphicEl>
                                          </p:spTgt>
                                        </p:tgtEl>
                                        <p:attrNameLst>
                                          <p:attrName>ppt_w</p:attrName>
                                        </p:attrNameLst>
                                      </p:cBhvr>
                                      <p:tavLst>
                                        <p:tav tm="0">
                                          <p:val>
                                            <p:fltVal val="0"/>
                                          </p:val>
                                        </p:tav>
                                        <p:tav tm="100000">
                                          <p:val>
                                            <p:strVal val="#ppt_w"/>
                                          </p:val>
                                        </p:tav>
                                      </p:tavLst>
                                    </p:anim>
                                    <p:anim calcmode="lin" valueType="num">
                                      <p:cBhvr>
                                        <p:cTn id="50" dur="500" fill="hold"/>
                                        <p:tgtEl>
                                          <p:spTgt spid="9">
                                            <p:graphicEl>
                                              <a:dgm id="{8AF056D6-2935-49E8-923A-5447DBFB9A76}"/>
                                            </p:graphicEl>
                                          </p:spTgt>
                                        </p:tgtEl>
                                        <p:attrNameLst>
                                          <p:attrName>ppt_h</p:attrName>
                                        </p:attrNameLst>
                                      </p:cBhvr>
                                      <p:tavLst>
                                        <p:tav tm="0">
                                          <p:val>
                                            <p:fltVal val="0"/>
                                          </p:val>
                                        </p:tav>
                                        <p:tav tm="100000">
                                          <p:val>
                                            <p:strVal val="#ppt_h"/>
                                          </p:val>
                                        </p:tav>
                                      </p:tavLst>
                                    </p:anim>
                                    <p:animEffect transition="in" filter="fade">
                                      <p:cBhvr>
                                        <p:cTn id="51" dur="500"/>
                                        <p:tgtEl>
                                          <p:spTgt spid="9">
                                            <p:graphicEl>
                                              <a:dgm id="{8AF056D6-2935-49E8-923A-5447DBFB9A76}"/>
                                            </p:graphic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9">
                                            <p:graphicEl>
                                              <a:dgm id="{FE9AFC30-DB61-441D-9813-B9A3D01CF600}"/>
                                            </p:graphicEl>
                                          </p:spTgt>
                                        </p:tgtEl>
                                        <p:attrNameLst>
                                          <p:attrName>style.visibility</p:attrName>
                                        </p:attrNameLst>
                                      </p:cBhvr>
                                      <p:to>
                                        <p:strVal val="visible"/>
                                      </p:to>
                                    </p:set>
                                    <p:anim calcmode="lin" valueType="num">
                                      <p:cBhvr>
                                        <p:cTn id="54" dur="500" fill="hold"/>
                                        <p:tgtEl>
                                          <p:spTgt spid="9">
                                            <p:graphicEl>
                                              <a:dgm id="{FE9AFC30-DB61-441D-9813-B9A3D01CF600}"/>
                                            </p:graphicEl>
                                          </p:spTgt>
                                        </p:tgtEl>
                                        <p:attrNameLst>
                                          <p:attrName>ppt_w</p:attrName>
                                        </p:attrNameLst>
                                      </p:cBhvr>
                                      <p:tavLst>
                                        <p:tav tm="0">
                                          <p:val>
                                            <p:fltVal val="0"/>
                                          </p:val>
                                        </p:tav>
                                        <p:tav tm="100000">
                                          <p:val>
                                            <p:strVal val="#ppt_w"/>
                                          </p:val>
                                        </p:tav>
                                      </p:tavLst>
                                    </p:anim>
                                    <p:anim calcmode="lin" valueType="num">
                                      <p:cBhvr>
                                        <p:cTn id="55" dur="500" fill="hold"/>
                                        <p:tgtEl>
                                          <p:spTgt spid="9">
                                            <p:graphicEl>
                                              <a:dgm id="{FE9AFC30-DB61-441D-9813-B9A3D01CF600}"/>
                                            </p:graphicEl>
                                          </p:spTgt>
                                        </p:tgtEl>
                                        <p:attrNameLst>
                                          <p:attrName>ppt_h</p:attrName>
                                        </p:attrNameLst>
                                      </p:cBhvr>
                                      <p:tavLst>
                                        <p:tav tm="0">
                                          <p:val>
                                            <p:fltVal val="0"/>
                                          </p:val>
                                        </p:tav>
                                        <p:tav tm="100000">
                                          <p:val>
                                            <p:strVal val="#ppt_h"/>
                                          </p:val>
                                        </p:tav>
                                      </p:tavLst>
                                    </p:anim>
                                    <p:animEffect transition="in" filter="fade">
                                      <p:cBhvr>
                                        <p:cTn id="56" dur="500"/>
                                        <p:tgtEl>
                                          <p:spTgt spid="9">
                                            <p:graphicEl>
                                              <a:dgm id="{FE9AFC30-DB61-441D-9813-B9A3D01CF600}"/>
                                            </p:graphic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9">
                                            <p:graphicEl>
                                              <a:dgm id="{71269159-3C96-4133-B4C3-272C135068A3}"/>
                                            </p:graphicEl>
                                          </p:spTgt>
                                        </p:tgtEl>
                                        <p:attrNameLst>
                                          <p:attrName>style.visibility</p:attrName>
                                        </p:attrNameLst>
                                      </p:cBhvr>
                                      <p:to>
                                        <p:strVal val="visible"/>
                                      </p:to>
                                    </p:set>
                                    <p:anim calcmode="lin" valueType="num">
                                      <p:cBhvr>
                                        <p:cTn id="61" dur="500" fill="hold"/>
                                        <p:tgtEl>
                                          <p:spTgt spid="9">
                                            <p:graphicEl>
                                              <a:dgm id="{71269159-3C96-4133-B4C3-272C135068A3}"/>
                                            </p:graphicEl>
                                          </p:spTgt>
                                        </p:tgtEl>
                                        <p:attrNameLst>
                                          <p:attrName>ppt_w</p:attrName>
                                        </p:attrNameLst>
                                      </p:cBhvr>
                                      <p:tavLst>
                                        <p:tav tm="0">
                                          <p:val>
                                            <p:fltVal val="0"/>
                                          </p:val>
                                        </p:tav>
                                        <p:tav tm="100000">
                                          <p:val>
                                            <p:strVal val="#ppt_w"/>
                                          </p:val>
                                        </p:tav>
                                      </p:tavLst>
                                    </p:anim>
                                    <p:anim calcmode="lin" valueType="num">
                                      <p:cBhvr>
                                        <p:cTn id="62" dur="500" fill="hold"/>
                                        <p:tgtEl>
                                          <p:spTgt spid="9">
                                            <p:graphicEl>
                                              <a:dgm id="{71269159-3C96-4133-B4C3-272C135068A3}"/>
                                            </p:graphicEl>
                                          </p:spTgt>
                                        </p:tgtEl>
                                        <p:attrNameLst>
                                          <p:attrName>ppt_h</p:attrName>
                                        </p:attrNameLst>
                                      </p:cBhvr>
                                      <p:tavLst>
                                        <p:tav tm="0">
                                          <p:val>
                                            <p:fltVal val="0"/>
                                          </p:val>
                                        </p:tav>
                                        <p:tav tm="100000">
                                          <p:val>
                                            <p:strVal val="#ppt_h"/>
                                          </p:val>
                                        </p:tav>
                                      </p:tavLst>
                                    </p:anim>
                                    <p:animEffect transition="in" filter="fade">
                                      <p:cBhvr>
                                        <p:cTn id="63" dur="500"/>
                                        <p:tgtEl>
                                          <p:spTgt spid="9">
                                            <p:graphicEl>
                                              <a:dgm id="{71269159-3C96-4133-B4C3-272C135068A3}"/>
                                            </p:graphicEl>
                                          </p:spTgt>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9">
                                            <p:graphicEl>
                                              <a:dgm id="{6CE83C4C-116A-4D4A-ADEA-60DABF379EE5}"/>
                                            </p:graphicEl>
                                          </p:spTgt>
                                        </p:tgtEl>
                                        <p:attrNameLst>
                                          <p:attrName>style.visibility</p:attrName>
                                        </p:attrNameLst>
                                      </p:cBhvr>
                                      <p:to>
                                        <p:strVal val="visible"/>
                                      </p:to>
                                    </p:set>
                                    <p:anim calcmode="lin" valueType="num">
                                      <p:cBhvr>
                                        <p:cTn id="66" dur="500" fill="hold"/>
                                        <p:tgtEl>
                                          <p:spTgt spid="9">
                                            <p:graphicEl>
                                              <a:dgm id="{6CE83C4C-116A-4D4A-ADEA-60DABF379EE5}"/>
                                            </p:graphicEl>
                                          </p:spTgt>
                                        </p:tgtEl>
                                        <p:attrNameLst>
                                          <p:attrName>ppt_w</p:attrName>
                                        </p:attrNameLst>
                                      </p:cBhvr>
                                      <p:tavLst>
                                        <p:tav tm="0">
                                          <p:val>
                                            <p:fltVal val="0"/>
                                          </p:val>
                                        </p:tav>
                                        <p:tav tm="100000">
                                          <p:val>
                                            <p:strVal val="#ppt_w"/>
                                          </p:val>
                                        </p:tav>
                                      </p:tavLst>
                                    </p:anim>
                                    <p:anim calcmode="lin" valueType="num">
                                      <p:cBhvr>
                                        <p:cTn id="67" dur="500" fill="hold"/>
                                        <p:tgtEl>
                                          <p:spTgt spid="9">
                                            <p:graphicEl>
                                              <a:dgm id="{6CE83C4C-116A-4D4A-ADEA-60DABF379EE5}"/>
                                            </p:graphicEl>
                                          </p:spTgt>
                                        </p:tgtEl>
                                        <p:attrNameLst>
                                          <p:attrName>ppt_h</p:attrName>
                                        </p:attrNameLst>
                                      </p:cBhvr>
                                      <p:tavLst>
                                        <p:tav tm="0">
                                          <p:val>
                                            <p:fltVal val="0"/>
                                          </p:val>
                                        </p:tav>
                                        <p:tav tm="100000">
                                          <p:val>
                                            <p:strVal val="#ppt_h"/>
                                          </p:val>
                                        </p:tav>
                                      </p:tavLst>
                                    </p:anim>
                                    <p:animEffect transition="in" filter="fade">
                                      <p:cBhvr>
                                        <p:cTn id="68" dur="500"/>
                                        <p:tgtEl>
                                          <p:spTgt spid="9">
                                            <p:graphicEl>
                                              <a:dgm id="{6CE83C4C-116A-4D4A-ADEA-60DABF379EE5}"/>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9">
                                            <p:graphicEl>
                                              <a:dgm id="{C82ED56A-FC60-43A3-B868-AAFBA4377180}"/>
                                            </p:graphicEl>
                                          </p:spTgt>
                                        </p:tgtEl>
                                        <p:attrNameLst>
                                          <p:attrName>style.visibility</p:attrName>
                                        </p:attrNameLst>
                                      </p:cBhvr>
                                      <p:to>
                                        <p:strVal val="visible"/>
                                      </p:to>
                                    </p:set>
                                    <p:anim calcmode="lin" valueType="num">
                                      <p:cBhvr>
                                        <p:cTn id="73" dur="500" fill="hold"/>
                                        <p:tgtEl>
                                          <p:spTgt spid="9">
                                            <p:graphicEl>
                                              <a:dgm id="{C82ED56A-FC60-43A3-B868-AAFBA4377180}"/>
                                            </p:graphicEl>
                                          </p:spTgt>
                                        </p:tgtEl>
                                        <p:attrNameLst>
                                          <p:attrName>ppt_w</p:attrName>
                                        </p:attrNameLst>
                                      </p:cBhvr>
                                      <p:tavLst>
                                        <p:tav tm="0">
                                          <p:val>
                                            <p:fltVal val="0"/>
                                          </p:val>
                                        </p:tav>
                                        <p:tav tm="100000">
                                          <p:val>
                                            <p:strVal val="#ppt_w"/>
                                          </p:val>
                                        </p:tav>
                                      </p:tavLst>
                                    </p:anim>
                                    <p:anim calcmode="lin" valueType="num">
                                      <p:cBhvr>
                                        <p:cTn id="74" dur="500" fill="hold"/>
                                        <p:tgtEl>
                                          <p:spTgt spid="9">
                                            <p:graphicEl>
                                              <a:dgm id="{C82ED56A-FC60-43A3-B868-AAFBA4377180}"/>
                                            </p:graphicEl>
                                          </p:spTgt>
                                        </p:tgtEl>
                                        <p:attrNameLst>
                                          <p:attrName>ppt_h</p:attrName>
                                        </p:attrNameLst>
                                      </p:cBhvr>
                                      <p:tavLst>
                                        <p:tav tm="0">
                                          <p:val>
                                            <p:fltVal val="0"/>
                                          </p:val>
                                        </p:tav>
                                        <p:tav tm="100000">
                                          <p:val>
                                            <p:strVal val="#ppt_h"/>
                                          </p:val>
                                        </p:tav>
                                      </p:tavLst>
                                    </p:anim>
                                    <p:animEffect transition="in" filter="fade">
                                      <p:cBhvr>
                                        <p:cTn id="75" dur="500"/>
                                        <p:tgtEl>
                                          <p:spTgt spid="9">
                                            <p:graphicEl>
                                              <a:dgm id="{C82ED56A-FC60-43A3-B868-AAFBA4377180}"/>
                                            </p:graphicEl>
                                          </p:spTgt>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9">
                                            <p:graphicEl>
                                              <a:dgm id="{CDA314F3-214D-4E43-83B7-4BDCFF02E1E8}"/>
                                            </p:graphicEl>
                                          </p:spTgt>
                                        </p:tgtEl>
                                        <p:attrNameLst>
                                          <p:attrName>style.visibility</p:attrName>
                                        </p:attrNameLst>
                                      </p:cBhvr>
                                      <p:to>
                                        <p:strVal val="visible"/>
                                      </p:to>
                                    </p:set>
                                    <p:anim calcmode="lin" valueType="num">
                                      <p:cBhvr>
                                        <p:cTn id="80" dur="500" fill="hold"/>
                                        <p:tgtEl>
                                          <p:spTgt spid="9">
                                            <p:graphicEl>
                                              <a:dgm id="{CDA314F3-214D-4E43-83B7-4BDCFF02E1E8}"/>
                                            </p:graphicEl>
                                          </p:spTgt>
                                        </p:tgtEl>
                                        <p:attrNameLst>
                                          <p:attrName>ppt_w</p:attrName>
                                        </p:attrNameLst>
                                      </p:cBhvr>
                                      <p:tavLst>
                                        <p:tav tm="0">
                                          <p:val>
                                            <p:fltVal val="0"/>
                                          </p:val>
                                        </p:tav>
                                        <p:tav tm="100000">
                                          <p:val>
                                            <p:strVal val="#ppt_w"/>
                                          </p:val>
                                        </p:tav>
                                      </p:tavLst>
                                    </p:anim>
                                    <p:anim calcmode="lin" valueType="num">
                                      <p:cBhvr>
                                        <p:cTn id="81" dur="500" fill="hold"/>
                                        <p:tgtEl>
                                          <p:spTgt spid="9">
                                            <p:graphicEl>
                                              <a:dgm id="{CDA314F3-214D-4E43-83B7-4BDCFF02E1E8}"/>
                                            </p:graphicEl>
                                          </p:spTgt>
                                        </p:tgtEl>
                                        <p:attrNameLst>
                                          <p:attrName>ppt_h</p:attrName>
                                        </p:attrNameLst>
                                      </p:cBhvr>
                                      <p:tavLst>
                                        <p:tav tm="0">
                                          <p:val>
                                            <p:fltVal val="0"/>
                                          </p:val>
                                        </p:tav>
                                        <p:tav tm="100000">
                                          <p:val>
                                            <p:strVal val="#ppt_h"/>
                                          </p:val>
                                        </p:tav>
                                      </p:tavLst>
                                    </p:anim>
                                    <p:animEffect transition="in" filter="fade">
                                      <p:cBhvr>
                                        <p:cTn id="82" dur="500"/>
                                        <p:tgtEl>
                                          <p:spTgt spid="9">
                                            <p:graphicEl>
                                              <a:dgm id="{CDA314F3-214D-4E43-83B7-4BDCFF02E1E8}"/>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9">
                                            <p:graphicEl>
                                              <a:dgm id="{24133FCE-CB62-4E7E-A60E-7C796154A0FF}"/>
                                            </p:graphicEl>
                                          </p:spTgt>
                                        </p:tgtEl>
                                        <p:attrNameLst>
                                          <p:attrName>style.visibility</p:attrName>
                                        </p:attrNameLst>
                                      </p:cBhvr>
                                      <p:to>
                                        <p:strVal val="visible"/>
                                      </p:to>
                                    </p:set>
                                    <p:anim calcmode="lin" valueType="num">
                                      <p:cBhvr>
                                        <p:cTn id="87" dur="500" fill="hold"/>
                                        <p:tgtEl>
                                          <p:spTgt spid="9">
                                            <p:graphicEl>
                                              <a:dgm id="{24133FCE-CB62-4E7E-A60E-7C796154A0FF}"/>
                                            </p:graphicEl>
                                          </p:spTgt>
                                        </p:tgtEl>
                                        <p:attrNameLst>
                                          <p:attrName>ppt_w</p:attrName>
                                        </p:attrNameLst>
                                      </p:cBhvr>
                                      <p:tavLst>
                                        <p:tav tm="0">
                                          <p:val>
                                            <p:fltVal val="0"/>
                                          </p:val>
                                        </p:tav>
                                        <p:tav tm="100000">
                                          <p:val>
                                            <p:strVal val="#ppt_w"/>
                                          </p:val>
                                        </p:tav>
                                      </p:tavLst>
                                    </p:anim>
                                    <p:anim calcmode="lin" valueType="num">
                                      <p:cBhvr>
                                        <p:cTn id="88" dur="500" fill="hold"/>
                                        <p:tgtEl>
                                          <p:spTgt spid="9">
                                            <p:graphicEl>
                                              <a:dgm id="{24133FCE-CB62-4E7E-A60E-7C796154A0FF}"/>
                                            </p:graphicEl>
                                          </p:spTgt>
                                        </p:tgtEl>
                                        <p:attrNameLst>
                                          <p:attrName>ppt_h</p:attrName>
                                        </p:attrNameLst>
                                      </p:cBhvr>
                                      <p:tavLst>
                                        <p:tav tm="0">
                                          <p:val>
                                            <p:fltVal val="0"/>
                                          </p:val>
                                        </p:tav>
                                        <p:tav tm="100000">
                                          <p:val>
                                            <p:strVal val="#ppt_h"/>
                                          </p:val>
                                        </p:tav>
                                      </p:tavLst>
                                    </p:anim>
                                    <p:animEffect transition="in" filter="fade">
                                      <p:cBhvr>
                                        <p:cTn id="89" dur="500"/>
                                        <p:tgtEl>
                                          <p:spTgt spid="9">
                                            <p:graphicEl>
                                              <a:dgm id="{24133FCE-CB62-4E7E-A60E-7C796154A0FF}"/>
                                            </p:graphicEl>
                                          </p:spTgt>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grpId="0" nodeType="clickEffect">
                                  <p:stCondLst>
                                    <p:cond delay="0"/>
                                  </p:stCondLst>
                                  <p:childTnLst>
                                    <p:set>
                                      <p:cBhvr>
                                        <p:cTn id="93" dur="1" fill="hold">
                                          <p:stCondLst>
                                            <p:cond delay="0"/>
                                          </p:stCondLst>
                                        </p:cTn>
                                        <p:tgtEl>
                                          <p:spTgt spid="9">
                                            <p:graphicEl>
                                              <a:dgm id="{A5BDDC96-2C68-42BE-9785-DDBF6FD50DC0}"/>
                                            </p:graphicEl>
                                          </p:spTgt>
                                        </p:tgtEl>
                                        <p:attrNameLst>
                                          <p:attrName>style.visibility</p:attrName>
                                        </p:attrNameLst>
                                      </p:cBhvr>
                                      <p:to>
                                        <p:strVal val="visible"/>
                                      </p:to>
                                    </p:set>
                                    <p:anim calcmode="lin" valueType="num">
                                      <p:cBhvr>
                                        <p:cTn id="94" dur="500" fill="hold"/>
                                        <p:tgtEl>
                                          <p:spTgt spid="9">
                                            <p:graphicEl>
                                              <a:dgm id="{A5BDDC96-2C68-42BE-9785-DDBF6FD50DC0}"/>
                                            </p:graphicEl>
                                          </p:spTgt>
                                        </p:tgtEl>
                                        <p:attrNameLst>
                                          <p:attrName>ppt_w</p:attrName>
                                        </p:attrNameLst>
                                      </p:cBhvr>
                                      <p:tavLst>
                                        <p:tav tm="0">
                                          <p:val>
                                            <p:fltVal val="0"/>
                                          </p:val>
                                        </p:tav>
                                        <p:tav tm="100000">
                                          <p:val>
                                            <p:strVal val="#ppt_w"/>
                                          </p:val>
                                        </p:tav>
                                      </p:tavLst>
                                    </p:anim>
                                    <p:anim calcmode="lin" valueType="num">
                                      <p:cBhvr>
                                        <p:cTn id="95" dur="500" fill="hold"/>
                                        <p:tgtEl>
                                          <p:spTgt spid="9">
                                            <p:graphicEl>
                                              <a:dgm id="{A5BDDC96-2C68-42BE-9785-DDBF6FD50DC0}"/>
                                            </p:graphicEl>
                                          </p:spTgt>
                                        </p:tgtEl>
                                        <p:attrNameLst>
                                          <p:attrName>ppt_h</p:attrName>
                                        </p:attrNameLst>
                                      </p:cBhvr>
                                      <p:tavLst>
                                        <p:tav tm="0">
                                          <p:val>
                                            <p:fltVal val="0"/>
                                          </p:val>
                                        </p:tav>
                                        <p:tav tm="100000">
                                          <p:val>
                                            <p:strVal val="#ppt_h"/>
                                          </p:val>
                                        </p:tav>
                                      </p:tavLst>
                                    </p:anim>
                                    <p:animEffect transition="in" filter="fade">
                                      <p:cBhvr>
                                        <p:cTn id="96" dur="500"/>
                                        <p:tgtEl>
                                          <p:spTgt spid="9">
                                            <p:graphicEl>
                                              <a:dgm id="{A5BDDC96-2C68-42BE-9785-DDBF6FD50DC0}"/>
                                            </p:graphicEl>
                                          </p:spTgt>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9">
                                            <p:graphicEl>
                                              <a:dgm id="{1967B04B-FAF4-4469-9B92-AE783BE71C36}"/>
                                            </p:graphicEl>
                                          </p:spTgt>
                                        </p:tgtEl>
                                        <p:attrNameLst>
                                          <p:attrName>style.visibility</p:attrName>
                                        </p:attrNameLst>
                                      </p:cBhvr>
                                      <p:to>
                                        <p:strVal val="visible"/>
                                      </p:to>
                                    </p:set>
                                    <p:anim calcmode="lin" valueType="num">
                                      <p:cBhvr>
                                        <p:cTn id="101" dur="500" fill="hold"/>
                                        <p:tgtEl>
                                          <p:spTgt spid="9">
                                            <p:graphicEl>
                                              <a:dgm id="{1967B04B-FAF4-4469-9B92-AE783BE71C36}"/>
                                            </p:graphicEl>
                                          </p:spTgt>
                                        </p:tgtEl>
                                        <p:attrNameLst>
                                          <p:attrName>ppt_w</p:attrName>
                                        </p:attrNameLst>
                                      </p:cBhvr>
                                      <p:tavLst>
                                        <p:tav tm="0">
                                          <p:val>
                                            <p:fltVal val="0"/>
                                          </p:val>
                                        </p:tav>
                                        <p:tav tm="100000">
                                          <p:val>
                                            <p:strVal val="#ppt_w"/>
                                          </p:val>
                                        </p:tav>
                                      </p:tavLst>
                                    </p:anim>
                                    <p:anim calcmode="lin" valueType="num">
                                      <p:cBhvr>
                                        <p:cTn id="102" dur="500" fill="hold"/>
                                        <p:tgtEl>
                                          <p:spTgt spid="9">
                                            <p:graphicEl>
                                              <a:dgm id="{1967B04B-FAF4-4469-9B92-AE783BE71C36}"/>
                                            </p:graphicEl>
                                          </p:spTgt>
                                        </p:tgtEl>
                                        <p:attrNameLst>
                                          <p:attrName>ppt_h</p:attrName>
                                        </p:attrNameLst>
                                      </p:cBhvr>
                                      <p:tavLst>
                                        <p:tav tm="0">
                                          <p:val>
                                            <p:fltVal val="0"/>
                                          </p:val>
                                        </p:tav>
                                        <p:tav tm="100000">
                                          <p:val>
                                            <p:strVal val="#ppt_h"/>
                                          </p:val>
                                        </p:tav>
                                      </p:tavLst>
                                    </p:anim>
                                    <p:animEffect transition="in" filter="fade">
                                      <p:cBhvr>
                                        <p:cTn id="103" dur="500"/>
                                        <p:tgtEl>
                                          <p:spTgt spid="9">
                                            <p:graphicEl>
                                              <a:dgm id="{1967B04B-FAF4-4469-9B92-AE783BE71C3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9" grpId="0" uiExpand="1">
        <p:bldSub>
          <a:bldDgm bld="lvl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p:txBody>
          <a:bodyPr/>
          <a:lstStyle/>
          <a:p>
            <a:r>
              <a:rPr lang="en-US" dirty="0"/>
              <a:t>5. Maintenance and Scalability</a:t>
            </a:r>
          </a:p>
        </p:txBody>
      </p:sp>
      <p:sp>
        <p:nvSpPr>
          <p:cNvPr id="9" name="Content Placeholder 8">
            <a:extLst>
              <a:ext uri="{FF2B5EF4-FFF2-40B4-BE49-F238E27FC236}">
                <a16:creationId xmlns:a16="http://schemas.microsoft.com/office/drawing/2014/main" id="{9DB80ADD-C3D7-EE62-1A7B-44137C2660A8}"/>
              </a:ext>
            </a:extLst>
          </p:cNvPr>
          <p:cNvSpPr>
            <a:spLocks noGrp="1"/>
          </p:cNvSpPr>
          <p:nvPr>
            <p:ph idx="1"/>
          </p:nvPr>
        </p:nvSpPr>
        <p:spPr/>
        <p:txBody>
          <a:bodyPr>
            <a:normAutofit fontScale="92500" lnSpcReduction="10000"/>
          </a:bodyPr>
          <a:lstStyle/>
          <a:p>
            <a:pPr marL="457200" indent="-457200">
              <a:buFont typeface="Wingdings" panose="05000000000000000000" pitchFamily="2" charset="2"/>
              <a:buChar char="Ø"/>
            </a:pPr>
            <a:r>
              <a:rPr lang="en-US" dirty="0"/>
              <a:t>Add difficulty-based AI engines into the AI Ports:</a:t>
            </a:r>
          </a:p>
          <a:p>
            <a:pPr marL="914400" lvl="1" indent="-457200">
              <a:buFont typeface="Wingdings" panose="05000000000000000000" pitchFamily="2" charset="2"/>
              <a:buChar char="Ø"/>
            </a:pPr>
            <a:r>
              <a:rPr lang="en-US" dirty="0"/>
              <a:t>Easy – Random Choice</a:t>
            </a:r>
          </a:p>
          <a:p>
            <a:pPr marL="914400" lvl="1" indent="-457200">
              <a:buFont typeface="Wingdings" panose="05000000000000000000" pitchFamily="2" charset="2"/>
              <a:buChar char="Ø"/>
            </a:pPr>
            <a:r>
              <a:rPr lang="en-US" dirty="0"/>
              <a:t>Medium – Greedy Choice</a:t>
            </a:r>
          </a:p>
          <a:p>
            <a:pPr marL="914400" lvl="1" indent="-457200">
              <a:buFont typeface="Wingdings" panose="05000000000000000000" pitchFamily="2" charset="2"/>
              <a:buChar char="Ø"/>
            </a:pPr>
            <a:r>
              <a:rPr lang="en-US" dirty="0"/>
              <a:t>Hard – Minimax Algorithm</a:t>
            </a:r>
          </a:p>
          <a:p>
            <a:pPr marL="457200" indent="-457200">
              <a:buFont typeface="Wingdings" panose="05000000000000000000" pitchFamily="2" charset="2"/>
              <a:buChar char="Ø"/>
            </a:pPr>
            <a:r>
              <a:rPr lang="en-US" dirty="0"/>
              <a:t>Add persistence (save/load feature)</a:t>
            </a:r>
          </a:p>
          <a:p>
            <a:pPr marL="457200" indent="-457200">
              <a:buFont typeface="Wingdings" panose="05000000000000000000" pitchFamily="2" charset="2"/>
              <a:buChar char="Ø"/>
            </a:pPr>
            <a:r>
              <a:rPr lang="en-US" dirty="0"/>
              <a:t>Add logging-based analytics</a:t>
            </a:r>
          </a:p>
          <a:p>
            <a:pPr marL="457200" indent="-457200">
              <a:buFont typeface="Wingdings" panose="05000000000000000000" pitchFamily="2" charset="2"/>
              <a:buChar char="Ø"/>
            </a:pPr>
            <a:r>
              <a:rPr lang="en-US" dirty="0"/>
              <a:t>Release web-based UI (adapter for </a:t>
            </a:r>
            <a:r>
              <a:rPr lang="en-US" dirty="0" err="1"/>
              <a:t>FastAPI</a:t>
            </a:r>
            <a:r>
              <a:rPr lang="en-US" dirty="0"/>
              <a:t>) [Optional]</a:t>
            </a:r>
          </a:p>
          <a:p>
            <a:pPr marL="457200" indent="-457200">
              <a:buFont typeface="Wingdings" panose="05000000000000000000" pitchFamily="2" charset="2"/>
              <a:buChar char="Ø"/>
            </a:pPr>
            <a:r>
              <a:rPr lang="en-US" dirty="0"/>
              <a:t>Integration with leaderboard service</a:t>
            </a:r>
          </a:p>
        </p:txBody>
      </p:sp>
    </p:spTree>
    <p:extLst>
      <p:ext uri="{BB962C8B-B14F-4D97-AF65-F5344CB8AC3E}">
        <p14:creationId xmlns:p14="http://schemas.microsoft.com/office/powerpoint/2010/main" val="9079155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wipe(left)">
                                      <p:cBhvr>
                                        <p:cTn id="13" dur="500"/>
                                        <p:tgtEl>
                                          <p:spTgt spid="9">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animEffect transition="in" filter="wipe(left)">
                                      <p:cBhvr>
                                        <p:cTn id="16" dur="500"/>
                                        <p:tgtEl>
                                          <p:spTgt spid="9">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wipe(left)">
                                      <p:cBhvr>
                                        <p:cTn id="19" dur="500"/>
                                        <p:tgtEl>
                                          <p:spTgt spid="9">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wipe(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wipe(left)">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wipe(left)">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wipe(left)">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wipe(left)">
                                      <p:cBhvr>
                                        <p:cTn id="42"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A332A-8209-C237-F26D-6EC823A5E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3BAD8-EECB-EECF-11C6-5B195A3E2294}"/>
              </a:ext>
            </a:extLst>
          </p:cNvPr>
          <p:cNvSpPr>
            <a:spLocks noGrp="1"/>
          </p:cNvSpPr>
          <p:nvPr>
            <p:ph type="ctrTitle"/>
          </p:nvPr>
        </p:nvSpPr>
        <p:spPr>
          <a:xfrm>
            <a:off x="2528887" y="2627413"/>
            <a:ext cx="4914901" cy="1501675"/>
          </a:xfrm>
        </p:spPr>
        <p:txBody>
          <a:bodyPr/>
          <a:lstStyle/>
          <a:p>
            <a:r>
              <a:rPr lang="en-US" dirty="0"/>
              <a:t>Final tips &amp; takeaways</a:t>
            </a:r>
          </a:p>
        </p:txBody>
      </p:sp>
    </p:spTree>
    <p:extLst>
      <p:ext uri="{BB962C8B-B14F-4D97-AF65-F5344CB8AC3E}">
        <p14:creationId xmlns:p14="http://schemas.microsoft.com/office/powerpoint/2010/main" val="19394121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0FF-6B42-7D84-7831-AACC4E189E93}"/>
              </a:ext>
            </a:extLst>
          </p:cNvPr>
          <p:cNvSpPr>
            <a:spLocks noGrp="1"/>
          </p:cNvSpPr>
          <p:nvPr>
            <p:ph type="title"/>
          </p:nvPr>
        </p:nvSpPr>
        <p:spPr>
          <a:xfrm>
            <a:off x="1000126" y="102021"/>
            <a:ext cx="9937922" cy="1198142"/>
          </a:xfrm>
        </p:spPr>
        <p:txBody>
          <a:bodyPr anchor="b">
            <a:normAutofit/>
          </a:bodyPr>
          <a:lstStyle/>
          <a:p>
            <a:r>
              <a:rPr lang="en-US" dirty="0"/>
              <a:t>Revisiting the Game Rules</a:t>
            </a:r>
          </a:p>
        </p:txBody>
      </p:sp>
      <p:sp>
        <p:nvSpPr>
          <p:cNvPr id="8" name="Content Placeholder 3">
            <a:extLst>
              <a:ext uri="{FF2B5EF4-FFF2-40B4-BE49-F238E27FC236}">
                <a16:creationId xmlns:a16="http://schemas.microsoft.com/office/drawing/2014/main" id="{DE5C7B5A-A5C3-15D4-DF71-B692D28942FC}"/>
              </a:ext>
            </a:extLst>
          </p:cNvPr>
          <p:cNvSpPr>
            <a:spLocks noGrp="1"/>
          </p:cNvSpPr>
          <p:nvPr>
            <p:ph idx="1"/>
          </p:nvPr>
        </p:nvSpPr>
        <p:spPr>
          <a:xfrm>
            <a:off x="1000126" y="1557338"/>
            <a:ext cx="10144124" cy="4000499"/>
          </a:xfrm>
        </p:spPr>
        <p:txBody>
          <a:bodyPr>
            <a:normAutofit/>
          </a:bodyPr>
          <a:lstStyle/>
          <a:p>
            <a:pPr marL="457200" indent="-457200" algn="just">
              <a:buFont typeface="Wingdings" panose="05000000000000000000" pitchFamily="2" charset="2"/>
              <a:buChar char="Ø"/>
            </a:pPr>
            <a:r>
              <a:rPr lang="en-US" dirty="0" err="1"/>
              <a:t>Reversi</a:t>
            </a:r>
            <a:r>
              <a:rPr lang="en-US" dirty="0"/>
              <a:t> is a game of territory control through strategic flips.</a:t>
            </a:r>
          </a:p>
          <a:p>
            <a:pPr marL="457200" indent="-457200" algn="just">
              <a:buFont typeface="Wingdings" panose="05000000000000000000" pitchFamily="2" charset="2"/>
              <a:buChar char="Ø"/>
            </a:pPr>
            <a:r>
              <a:rPr lang="en-US" dirty="0"/>
              <a:t>Every legal move must capture at least one opponent’s coin.</a:t>
            </a:r>
          </a:p>
          <a:p>
            <a:pPr marL="457200" indent="-457200" algn="just">
              <a:buFont typeface="Wingdings" panose="05000000000000000000" pitchFamily="2" charset="2"/>
              <a:buChar char="Ø"/>
            </a:pPr>
            <a:r>
              <a:rPr lang="en-US" dirty="0"/>
              <a:t>Board awareness—especially edges and corners—directly influences winning potential.</a:t>
            </a:r>
          </a:p>
          <a:p>
            <a:pPr marL="457200" indent="-457200" algn="just">
              <a:buFont typeface="Wingdings" panose="05000000000000000000" pitchFamily="2" charset="2"/>
              <a:buChar char="Ø"/>
            </a:pPr>
            <a:r>
              <a:rPr lang="en-US" dirty="0"/>
              <a:t>Simplicity at the rule level opens the door for deeper strategic computation.</a:t>
            </a:r>
          </a:p>
        </p:txBody>
      </p:sp>
    </p:spTree>
    <p:extLst>
      <p:ext uri="{BB962C8B-B14F-4D97-AF65-F5344CB8AC3E}">
        <p14:creationId xmlns:p14="http://schemas.microsoft.com/office/powerpoint/2010/main" val="8532610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wipe(left)">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wipe(left)">
                                      <p:cBhvr>
                                        <p:cTn id="18" dur="5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wipe(left)">
                                      <p:cBhvr>
                                        <p:cTn id="23" dur="500"/>
                                        <p:tgtEl>
                                          <p:spTgt spid="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wipe(left)">
                                      <p:cBhvr>
                                        <p:cTn id="28"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09C4F-EE87-E536-47FD-3D6355C96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A775C-4A2C-D27E-1383-C4BC4EB1A07F}"/>
              </a:ext>
            </a:extLst>
          </p:cNvPr>
          <p:cNvSpPr>
            <a:spLocks noGrp="1"/>
          </p:cNvSpPr>
          <p:nvPr>
            <p:ph type="title"/>
          </p:nvPr>
        </p:nvSpPr>
        <p:spPr>
          <a:xfrm>
            <a:off x="1000126" y="102021"/>
            <a:ext cx="9937922" cy="1198142"/>
          </a:xfrm>
        </p:spPr>
        <p:txBody>
          <a:bodyPr anchor="b">
            <a:normAutofit/>
          </a:bodyPr>
          <a:lstStyle/>
          <a:p>
            <a:r>
              <a:rPr lang="en-US" dirty="0"/>
              <a:t>Recap of Project Architecture</a:t>
            </a:r>
          </a:p>
        </p:txBody>
      </p:sp>
      <p:sp>
        <p:nvSpPr>
          <p:cNvPr id="8" name="Content Placeholder 3">
            <a:extLst>
              <a:ext uri="{FF2B5EF4-FFF2-40B4-BE49-F238E27FC236}">
                <a16:creationId xmlns:a16="http://schemas.microsoft.com/office/drawing/2014/main" id="{CF931EFE-2F80-36EB-0155-B8512352BA30}"/>
              </a:ext>
            </a:extLst>
          </p:cNvPr>
          <p:cNvSpPr>
            <a:spLocks noGrp="1"/>
          </p:cNvSpPr>
          <p:nvPr>
            <p:ph idx="1"/>
          </p:nvPr>
        </p:nvSpPr>
        <p:spPr>
          <a:xfrm>
            <a:off x="1000126" y="1557338"/>
            <a:ext cx="10144124" cy="4200525"/>
          </a:xfrm>
        </p:spPr>
        <p:txBody>
          <a:bodyPr>
            <a:normAutofit fontScale="92500" lnSpcReduction="10000"/>
          </a:bodyPr>
          <a:lstStyle/>
          <a:p>
            <a:pPr marL="457200" indent="-457200" algn="just">
              <a:buFont typeface="Wingdings" panose="05000000000000000000" pitchFamily="2" charset="2"/>
              <a:buChar char="Ø"/>
            </a:pPr>
            <a:r>
              <a:rPr lang="en-US" dirty="0"/>
              <a:t>We established a modular structure that isolates the core game logic from UI and infrastructure.</a:t>
            </a:r>
          </a:p>
          <a:p>
            <a:pPr marL="457200" indent="-457200" algn="just">
              <a:buFont typeface="Wingdings" panose="05000000000000000000" pitchFamily="2" charset="2"/>
              <a:buChar char="Ø"/>
            </a:pPr>
            <a:r>
              <a:rPr lang="en-US" dirty="0"/>
              <a:t>Domain rules remain platform-agnostic, ensuring minimal rework as features evolve.</a:t>
            </a:r>
          </a:p>
          <a:p>
            <a:pPr marL="457200" indent="-457200" algn="just">
              <a:buFont typeface="Wingdings" panose="05000000000000000000" pitchFamily="2" charset="2"/>
              <a:buChar char="Ø"/>
            </a:pPr>
            <a:r>
              <a:rPr lang="en-US" dirty="0"/>
              <a:t>Ports and Adapters give the project long-term flexibility:</a:t>
            </a:r>
          </a:p>
          <a:p>
            <a:pPr marL="914400" lvl="1" indent="-457200" algn="just">
              <a:buFont typeface="Wingdings" panose="05000000000000000000" pitchFamily="2" charset="2"/>
              <a:buChar char="§"/>
            </a:pPr>
            <a:r>
              <a:rPr lang="en-US" dirty="0"/>
              <a:t>Adding a GUI without modifying logic.</a:t>
            </a:r>
          </a:p>
          <a:p>
            <a:pPr marL="914400" lvl="1" indent="-457200" algn="just">
              <a:buFont typeface="Wingdings" panose="05000000000000000000" pitchFamily="2" charset="2"/>
              <a:buChar char="§"/>
            </a:pPr>
            <a:r>
              <a:rPr lang="en-US" dirty="0"/>
              <a:t>Extending AI strategies.</a:t>
            </a:r>
          </a:p>
          <a:p>
            <a:pPr marL="914400" lvl="1" indent="-457200" algn="just">
              <a:buFont typeface="Wingdings" panose="05000000000000000000" pitchFamily="2" charset="2"/>
              <a:buChar char="§"/>
            </a:pPr>
            <a:r>
              <a:rPr lang="en-US" dirty="0"/>
              <a:t>Enabling persistence in later phases.</a:t>
            </a:r>
          </a:p>
          <a:p>
            <a:pPr marL="457200" indent="-457200" algn="just">
              <a:buFont typeface="Wingdings" panose="05000000000000000000" pitchFamily="2" charset="2"/>
              <a:buChar char="Ø"/>
            </a:pPr>
            <a:r>
              <a:rPr lang="en-US" dirty="0"/>
              <a:t>The architecture reflects real-world enterprise structure where interfaces contractually bind systems while allowing independent evolution.</a:t>
            </a:r>
          </a:p>
        </p:txBody>
      </p:sp>
    </p:spTree>
    <p:extLst>
      <p:ext uri="{BB962C8B-B14F-4D97-AF65-F5344CB8AC3E}">
        <p14:creationId xmlns:p14="http://schemas.microsoft.com/office/powerpoint/2010/main" val="32160255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wipe(left)">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wipe(left)">
                                      <p:cBhvr>
                                        <p:cTn id="18" dur="5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wipe(left)">
                                      <p:cBhvr>
                                        <p:cTn id="23" dur="500"/>
                                        <p:tgtEl>
                                          <p:spTgt spid="8">
                                            <p:txEl>
                                              <p:pRg st="2" end="2"/>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animEffect transition="in" filter="wipe(left)">
                                      <p:cBhvr>
                                        <p:cTn id="26" dur="500"/>
                                        <p:tgtEl>
                                          <p:spTgt spid="8">
                                            <p:txEl>
                                              <p:pRg st="3" end="3"/>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Effect transition="in" filter="wipe(left)">
                                      <p:cBhvr>
                                        <p:cTn id="29" dur="500"/>
                                        <p:tgtEl>
                                          <p:spTgt spid="8">
                                            <p:txEl>
                                              <p:pRg st="4" end="4"/>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left)">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AEC6-968C-F768-0071-F154FA07A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18C7C-E37F-09C9-E462-BBE8BE9F1857}"/>
              </a:ext>
            </a:extLst>
          </p:cNvPr>
          <p:cNvSpPr>
            <a:spLocks noGrp="1"/>
          </p:cNvSpPr>
          <p:nvPr>
            <p:ph type="title"/>
          </p:nvPr>
        </p:nvSpPr>
        <p:spPr>
          <a:xfrm>
            <a:off x="1000126" y="102021"/>
            <a:ext cx="9937922" cy="1198142"/>
          </a:xfrm>
        </p:spPr>
        <p:txBody>
          <a:bodyPr anchor="b">
            <a:normAutofit/>
          </a:bodyPr>
          <a:lstStyle/>
          <a:p>
            <a:r>
              <a:rPr lang="en-US" dirty="0"/>
              <a:t>SDLC Summary</a:t>
            </a:r>
          </a:p>
        </p:txBody>
      </p:sp>
      <p:sp>
        <p:nvSpPr>
          <p:cNvPr id="8" name="Content Placeholder 3">
            <a:extLst>
              <a:ext uri="{FF2B5EF4-FFF2-40B4-BE49-F238E27FC236}">
                <a16:creationId xmlns:a16="http://schemas.microsoft.com/office/drawing/2014/main" id="{0B142CC5-8369-5763-79D0-59C36E5512D9}"/>
              </a:ext>
            </a:extLst>
          </p:cNvPr>
          <p:cNvSpPr>
            <a:spLocks noGrp="1"/>
          </p:cNvSpPr>
          <p:nvPr>
            <p:ph idx="1"/>
          </p:nvPr>
        </p:nvSpPr>
        <p:spPr>
          <a:xfrm>
            <a:off x="1000126" y="1557338"/>
            <a:ext cx="10144124" cy="4200525"/>
          </a:xfrm>
        </p:spPr>
        <p:txBody>
          <a:bodyPr>
            <a:normAutofit fontScale="92500" lnSpcReduction="10000"/>
          </a:bodyPr>
          <a:lstStyle/>
          <a:p>
            <a:pPr marL="457200" indent="-457200" algn="just">
              <a:buFont typeface="Wingdings" panose="05000000000000000000" pitchFamily="2" charset="2"/>
              <a:buChar char="Ø"/>
            </a:pPr>
            <a:r>
              <a:rPr lang="en-US" dirty="0"/>
              <a:t>Requirements were modeled for both initial release and scalable expansion.</a:t>
            </a:r>
          </a:p>
          <a:p>
            <a:pPr marL="457200" indent="-457200" algn="just">
              <a:buFont typeface="Wingdings" panose="05000000000000000000" pitchFamily="2" charset="2"/>
              <a:buChar char="Ø"/>
            </a:pPr>
            <a:r>
              <a:rPr lang="en-US" dirty="0"/>
              <a:t>System design aligned with separation of responsibilities, safety of changes, and testability.</a:t>
            </a:r>
          </a:p>
          <a:p>
            <a:pPr marL="457200" indent="-457200" algn="just">
              <a:buFont typeface="Wingdings" panose="05000000000000000000" pitchFamily="2" charset="2"/>
              <a:buChar char="Ø"/>
            </a:pPr>
            <a:r>
              <a:rPr lang="en-US" dirty="0"/>
              <a:t>The implementation plan follows staged evolution:</a:t>
            </a:r>
          </a:p>
          <a:p>
            <a:pPr marL="914400" lvl="1" indent="-457200" algn="just">
              <a:buFont typeface="Wingdings" panose="05000000000000000000" pitchFamily="2" charset="2"/>
              <a:buChar char="§"/>
            </a:pPr>
            <a:r>
              <a:rPr lang="en-US" dirty="0"/>
              <a:t>First console interaction for correctness,</a:t>
            </a:r>
          </a:p>
          <a:p>
            <a:pPr marL="914400" lvl="1" indent="-457200" algn="just">
              <a:buFont typeface="Wingdings" panose="05000000000000000000" pitchFamily="2" charset="2"/>
              <a:buChar char="§"/>
            </a:pPr>
            <a:r>
              <a:rPr lang="en-US" dirty="0"/>
              <a:t>Second GUI for richer UX, and optionally web.</a:t>
            </a:r>
          </a:p>
          <a:p>
            <a:pPr marL="457200" indent="-457200" algn="just">
              <a:buFont typeface="Wingdings" panose="05000000000000000000" pitchFamily="2" charset="2"/>
              <a:buChar char="Ø"/>
            </a:pPr>
            <a:r>
              <a:rPr lang="en-US" dirty="0"/>
              <a:t>Testing focuses on correctness of rules before presentation refinements are made.</a:t>
            </a:r>
          </a:p>
          <a:p>
            <a:pPr marL="457200" indent="-457200" algn="just">
              <a:buFont typeface="Wingdings" panose="05000000000000000000" pitchFamily="2" charset="2"/>
              <a:buChar char="Ø"/>
            </a:pPr>
            <a:r>
              <a:rPr lang="en-US" dirty="0"/>
              <a:t>Maintenance phase ensures the team can iterate confidently and extend features over time.</a:t>
            </a:r>
          </a:p>
        </p:txBody>
      </p:sp>
    </p:spTree>
    <p:extLst>
      <p:ext uri="{BB962C8B-B14F-4D97-AF65-F5344CB8AC3E}">
        <p14:creationId xmlns:p14="http://schemas.microsoft.com/office/powerpoint/2010/main" val="19442042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wipe(left)">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wipe(left)">
                                      <p:cBhvr>
                                        <p:cTn id="18" dur="5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wipe(left)">
                                      <p:cBhvr>
                                        <p:cTn id="23" dur="500"/>
                                        <p:tgtEl>
                                          <p:spTgt spid="8">
                                            <p:txEl>
                                              <p:pRg st="2" end="2"/>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animEffect transition="in" filter="wipe(left)">
                                      <p:cBhvr>
                                        <p:cTn id="26" dur="500"/>
                                        <p:tgtEl>
                                          <p:spTgt spid="8">
                                            <p:txEl>
                                              <p:pRg st="3" end="3"/>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Effect transition="in" filter="wipe(left)">
                                      <p:cBhvr>
                                        <p:cTn id="29" dur="500"/>
                                        <p:tgtEl>
                                          <p:spTgt spid="8">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xEl>
                                              <p:pRg st="5" end="5"/>
                                            </p:txEl>
                                          </p:spTgt>
                                        </p:tgtEl>
                                        <p:attrNameLst>
                                          <p:attrName>style.visibility</p:attrName>
                                        </p:attrNameLst>
                                      </p:cBhvr>
                                      <p:to>
                                        <p:strVal val="visible"/>
                                      </p:to>
                                    </p:set>
                                    <p:animEffect transition="in" filter="wipe(left)">
                                      <p:cBhvr>
                                        <p:cTn id="34" dur="500"/>
                                        <p:tgtEl>
                                          <p:spTgt spid="8">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xEl>
                                              <p:pRg st="6" end="6"/>
                                            </p:txEl>
                                          </p:spTgt>
                                        </p:tgtEl>
                                        <p:attrNameLst>
                                          <p:attrName>style.visibility</p:attrName>
                                        </p:attrNameLst>
                                      </p:cBhvr>
                                      <p:to>
                                        <p:strVal val="visible"/>
                                      </p:to>
                                    </p:set>
                                    <p:animEffect transition="in" filter="wipe(left)">
                                      <p:cBhvr>
                                        <p:cTn id="39"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501050"/>
          </a:xfrm>
        </p:spPr>
        <p:txBody>
          <a:bodyPr/>
          <a:lstStyle/>
          <a:p>
            <a:r>
              <a:rPr lang="en-US" dirty="0"/>
              <a:t>Talha Ahmad &amp; Areeb</a:t>
            </a:r>
          </a:p>
        </p:txBody>
      </p:sp>
      <p:pic>
        <p:nvPicPr>
          <p:cNvPr id="3" name="Graphic 2">
            <a:hlinkClick r:id="rId3"/>
            <a:extLst>
              <a:ext uri="{FF2B5EF4-FFF2-40B4-BE49-F238E27FC236}">
                <a16:creationId xmlns:a16="http://schemas.microsoft.com/office/drawing/2014/main" id="{3F3CDA92-915E-C6A0-E4D2-C056261051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72293" y="4357568"/>
            <a:ext cx="914400" cy="914400"/>
          </a:xfrm>
          <a:prstGeom prst="rect">
            <a:avLst/>
          </a:prstGeom>
        </p:spPr>
      </p:pic>
      <p:pic>
        <p:nvPicPr>
          <p:cNvPr id="6" name="Picture 5" descr="A black background with a black square&#10;&#10;AI-generated content may be incorrect.">
            <a:hlinkClick r:id="rId6"/>
            <a:extLst>
              <a:ext uri="{FF2B5EF4-FFF2-40B4-BE49-F238E27FC236}">
                <a16:creationId xmlns:a16="http://schemas.microsoft.com/office/drawing/2014/main" id="{70F0EEDD-C91F-7550-FA60-4F50B409E6FF}"/>
              </a:ext>
            </a:extLst>
          </p:cNvPr>
          <p:cNvPicPr>
            <a:picLocks noChangeAspect="1"/>
          </p:cNvPicPr>
          <p:nvPr/>
        </p:nvPicPr>
        <p:blipFill>
          <a:blip r:embed="rId7">
            <a:extLst>
              <a:ext uri="{BEBA8EAE-BF5A-486C-A8C5-ECC9F3942E4B}">
                <a14:imgProps xmlns:a14="http://schemas.microsoft.com/office/drawing/2010/main">
                  <a14:imgLayer r:embed="rId8">
                    <a14:imgEffect>
                      <a14:artisticMosiaicBubbles/>
                    </a14:imgEffect>
                  </a14:imgLayer>
                </a14:imgProps>
              </a:ext>
            </a:extLst>
          </a:blip>
          <a:stretch>
            <a:fillRect/>
          </a:stretch>
        </p:blipFill>
        <p:spPr>
          <a:xfrm>
            <a:off x="2647252" y="4357568"/>
            <a:ext cx="914400" cy="914400"/>
          </a:xfrm>
          <a:prstGeom prst="rect">
            <a:avLst/>
          </a:prstGeom>
        </p:spPr>
      </p:pic>
    </p:spTree>
    <p:extLst>
      <p:ext uri="{BB962C8B-B14F-4D97-AF65-F5344CB8AC3E}">
        <p14:creationId xmlns:p14="http://schemas.microsoft.com/office/powerpoint/2010/main" val="16096735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arn(outVertical)">
                                      <p:cBhvr>
                                        <p:cTn id="12" dur="1000"/>
                                        <p:tgtEl>
                                          <p:spTgt spid="5">
                                            <p:txEl>
                                              <p:pRg st="0" end="0"/>
                                            </p:txEl>
                                          </p:spTgt>
                                        </p:tgtEl>
                                      </p:cBhvr>
                                    </p:animEffect>
                                  </p:childTnLst>
                                </p:cTn>
                              </p:par>
                            </p:childTnLst>
                          </p:cTn>
                        </p:par>
                        <p:par>
                          <p:cTn id="13" fill="hold">
                            <p:stCondLst>
                              <p:cond delay="1500"/>
                            </p:stCondLst>
                            <p:childTnLst>
                              <p:par>
                                <p:cTn id="14" presetID="6" presetClass="entr" presetSubtype="32"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out)">
                                      <p:cBhvr>
                                        <p:cTn id="16" dur="1500"/>
                                        <p:tgtEl>
                                          <p:spTgt spid="3"/>
                                        </p:tgtEl>
                                      </p:cBhvr>
                                    </p:animEffect>
                                  </p:childTnLst>
                                </p:cTn>
                              </p:par>
                            </p:childTnLst>
                          </p:cTn>
                        </p:par>
                        <p:par>
                          <p:cTn id="17" fill="hold">
                            <p:stCondLst>
                              <p:cond delay="3000"/>
                            </p:stCondLst>
                            <p:childTnLst>
                              <p:par>
                                <p:cTn id="18" presetID="6" presetClass="entr" presetSubtype="32"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ircle(out)">
                                      <p:cBhvr>
                                        <p:cTn id="20"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build="p"/>
    </p:bldLst>
  </p:timing>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{2A39B85A-C77D-4C2A-A7BC-21D5D3908490}TF0e83fa2d-9a66-4e5e-9e82-acc620be7a498e277179_win32-f234380521c6</Template>
  <TotalTime>123</TotalTime>
  <Words>886</Words>
  <Application>Microsoft Office PowerPoint</Application>
  <PresentationFormat>Widescreen</PresentationFormat>
  <Paragraphs>154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Tenorite</vt:lpstr>
      <vt:lpstr>Wingdings</vt:lpstr>
      <vt:lpstr>Custom</vt:lpstr>
      <vt:lpstr>Reversi (Othello)</vt:lpstr>
      <vt:lpstr>Agenda</vt:lpstr>
      <vt:lpstr>Introduction &amp; History</vt:lpstr>
      <vt:lpstr>Game Rules</vt:lpstr>
      <vt:lpstr>Project Architecture</vt:lpstr>
      <vt:lpstr>Software Development Life Cycle</vt:lpstr>
      <vt:lpstr>1. Requirement Analysis</vt:lpstr>
      <vt:lpstr>2. System Design &amp; Architecture</vt:lpstr>
      <vt:lpstr>3. Implementation Phase</vt:lpstr>
      <vt:lpstr>4. Testing Strategies</vt:lpstr>
      <vt:lpstr>5. Maintenance and Scalability</vt:lpstr>
      <vt:lpstr>Final tips &amp; takeaways</vt:lpstr>
      <vt:lpstr>Revisiting the Game Rules</vt:lpstr>
      <vt:lpstr>Recap of Project Architecture</vt:lpstr>
      <vt:lpstr>SDLC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Talha Ahmad</dc:creator>
  <cp:lastModifiedBy>Talha Ahmad</cp:lastModifiedBy>
  <cp:revision>124</cp:revision>
  <dcterms:created xsi:type="dcterms:W3CDTF">2025-12-05T04:54:06Z</dcterms:created>
  <dcterms:modified xsi:type="dcterms:W3CDTF">2025-12-05T07:01:58Z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